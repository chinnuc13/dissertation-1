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7.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8.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9" r:id="rId1"/>
    <p:sldMasterId id="2147483697" r:id="rId2"/>
    <p:sldMasterId id="2147483707" r:id="rId3"/>
    <p:sldMasterId id="2147483714" r:id="rId4"/>
    <p:sldMasterId id="2147483719" r:id="rId5"/>
    <p:sldMasterId id="2147483724" r:id="rId6"/>
    <p:sldMasterId id="2147483729" r:id="rId7"/>
    <p:sldMasterId id="2147483734" r:id="rId8"/>
    <p:sldMasterId id="2147483739" r:id="rId9"/>
  </p:sldMasterIdLst>
  <p:notesMasterIdLst>
    <p:notesMasterId r:id="rId15"/>
  </p:notesMasterIdLst>
  <p:sldIdLst>
    <p:sldId id="256" r:id="rId10"/>
    <p:sldId id="329" r:id="rId11"/>
    <p:sldId id="330" r:id="rId12"/>
    <p:sldId id="331" r:id="rId13"/>
    <p:sldId id="334" r:id="rId14"/>
  </p:sldIdLst>
  <p:sldSz cx="9144000" cy="5715000" type="screen16x10"/>
  <p:notesSz cx="6858000" cy="9144000"/>
  <p:embeddedFontLst>
    <p:embeddedFont>
      <p:font typeface="Constantia" panose="02030602050306030303" pitchFamily="18" charset="0"/>
      <p:regular r:id="rId16"/>
      <p:bold r:id="rId17"/>
      <p:italic r:id="rId18"/>
      <p:boldItalic r:id="rId19"/>
    </p:embeddedFont>
    <p:embeddedFont>
      <p:font typeface="Economica" panose="02000506040000020004" pitchFamily="2" charset="77"/>
      <p:regular r:id="rId20"/>
      <p:bold r:id="rId21"/>
      <p:italic r:id="rId22"/>
      <p:boldItalic r:id="rId23"/>
    </p:embeddedFont>
    <p:embeddedFont>
      <p:font typeface="Gill Sans" panose="020B0502020104020203" pitchFamily="34" charset="-79"/>
      <p:regular r:id="rId24"/>
      <p:bold r:id="rId25"/>
    </p:embeddedFont>
    <p:embeddedFont>
      <p:font typeface="Rockwell" panose="02060603020205020403" pitchFamily="18" charset="77"/>
      <p:regular r:id="rId26"/>
      <p:bold r:id="rId27"/>
      <p:italic r:id="rId28"/>
      <p:boldItalic r:id="rId29"/>
    </p:embeddedFont>
    <p:embeddedFont>
      <p:font typeface="Webdings" pitchFamily="2" charset="2"/>
      <p:regular r:id="rId30"/>
    </p:embeddedFont>
    <p:embeddedFont>
      <p:font typeface="Wingdings 2" pitchFamily="2" charset="2"/>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32" d="100"/>
          <a:sy n="132" d="100"/>
        </p:scale>
        <p:origin x="176" y="384"/>
      </p:cViewPr>
      <p:guideLst>
        <p:guide orient="horz" pos="18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Master" Target="slideMasters/slideMaster3.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1.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 Id="rId8" Type="http://schemas.openxmlformats.org/officeDocument/2006/relationships/slideMaster" Target="slideMasters/slideMaster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1E0BD6-ACF0-4560-929C-965C6BA65F70}" type="doc">
      <dgm:prSet loTypeId="urn:microsoft.com/office/officeart/2005/8/layout/radial6" loCatId="cycle" qsTypeId="urn:microsoft.com/office/officeart/2005/8/quickstyle/simple1" qsCatId="simple" csTypeId="urn:microsoft.com/office/officeart/2005/8/colors/colorful2" csCatId="colorful" phldr="1"/>
      <dgm:spPr/>
      <dgm:t>
        <a:bodyPr/>
        <a:lstStyle/>
        <a:p>
          <a:endParaRPr lang="en-GB"/>
        </a:p>
      </dgm:t>
    </dgm:pt>
    <dgm:pt modelId="{5768952C-78A6-496F-AE65-5569A58A7C94}">
      <dgm:prSet phldrT="[Text]" custT="1"/>
      <dgm:spPr/>
      <dgm:t>
        <a:bodyPr/>
        <a:lstStyle/>
        <a:p>
          <a:r>
            <a:rPr lang="en-US" sz="2800" b="1" dirty="0">
              <a:solidFill>
                <a:srgbClr val="000000"/>
              </a:solidFill>
              <a:latin typeface="Times New Roman" pitchFamily="18" charset="0"/>
              <a:cs typeface="Times New Roman" pitchFamily="18" charset="0"/>
            </a:rPr>
            <a:t>SPSS</a:t>
          </a:r>
          <a:endParaRPr lang="en-GB" sz="2800" b="1" dirty="0">
            <a:solidFill>
              <a:srgbClr val="000000"/>
            </a:solidFill>
            <a:latin typeface="Times New Roman" pitchFamily="18" charset="0"/>
            <a:cs typeface="Times New Roman" pitchFamily="18" charset="0"/>
          </a:endParaRPr>
        </a:p>
      </dgm:t>
    </dgm:pt>
    <dgm:pt modelId="{FF81DF33-096B-4FFB-B4E3-7573033F027F}" type="parTrans" cxnId="{98AFC6E5-3519-49D0-9BE3-EA1D1CDB604B}">
      <dgm:prSet/>
      <dgm:spPr/>
      <dgm:t>
        <a:bodyPr/>
        <a:lstStyle/>
        <a:p>
          <a:endParaRPr lang="en-GB"/>
        </a:p>
      </dgm:t>
    </dgm:pt>
    <dgm:pt modelId="{23F459DB-2FFD-4188-A688-B4FE583DE2AC}" type="sibTrans" cxnId="{98AFC6E5-3519-49D0-9BE3-EA1D1CDB604B}">
      <dgm:prSet/>
      <dgm:spPr/>
      <dgm:t>
        <a:bodyPr/>
        <a:lstStyle/>
        <a:p>
          <a:endParaRPr lang="en-GB"/>
        </a:p>
      </dgm:t>
    </dgm:pt>
    <dgm:pt modelId="{B842F0BD-EEFB-4F38-8D99-53AA88E235D2}">
      <dgm:prSet phldrT="[Text]" custT="1"/>
      <dgm:spPr/>
      <dgm:t>
        <a:bodyPr/>
        <a:lstStyle/>
        <a:p>
          <a:r>
            <a:rPr lang="en-GB" sz="1600" b="1" dirty="0">
              <a:solidFill>
                <a:srgbClr val="000000"/>
              </a:solidFill>
              <a:latin typeface="Times New Roman" pitchFamily="18" charset="0"/>
              <a:cs typeface="Times New Roman" pitchFamily="18" charset="0"/>
            </a:rPr>
            <a:t>Correlation test</a:t>
          </a:r>
        </a:p>
      </dgm:t>
    </dgm:pt>
    <dgm:pt modelId="{5B70216E-4388-4BE0-8EF0-E784314FDAF5}" type="parTrans" cxnId="{AFCBD392-4807-40A3-8F9C-C08FA95D5631}">
      <dgm:prSet/>
      <dgm:spPr/>
      <dgm:t>
        <a:bodyPr/>
        <a:lstStyle/>
        <a:p>
          <a:endParaRPr lang="en-GB"/>
        </a:p>
      </dgm:t>
    </dgm:pt>
    <dgm:pt modelId="{357332B2-3F4D-4345-A13E-4DFB52D5678B}" type="sibTrans" cxnId="{AFCBD392-4807-40A3-8F9C-C08FA95D5631}">
      <dgm:prSet/>
      <dgm:spPr/>
      <dgm:t>
        <a:bodyPr/>
        <a:lstStyle/>
        <a:p>
          <a:endParaRPr lang="en-GB"/>
        </a:p>
      </dgm:t>
    </dgm:pt>
    <dgm:pt modelId="{93EE1909-8500-4777-ADFA-D66FDFB042FC}">
      <dgm:prSet phldrT="[Text]" custT="1"/>
      <dgm:spPr/>
      <dgm:t>
        <a:bodyPr/>
        <a:lstStyle/>
        <a:p>
          <a:r>
            <a:rPr lang="en-GB" sz="1600" b="1" dirty="0">
              <a:solidFill>
                <a:srgbClr val="000000"/>
              </a:solidFill>
              <a:latin typeface="Times New Roman" pitchFamily="18" charset="0"/>
              <a:cs typeface="Times New Roman" pitchFamily="18" charset="0"/>
            </a:rPr>
            <a:t>t-Test</a:t>
          </a:r>
        </a:p>
      </dgm:t>
    </dgm:pt>
    <dgm:pt modelId="{1535E447-A399-4068-B04C-1CAB5704B659}" type="parTrans" cxnId="{5B9CC6A0-13B9-4846-9926-FA5C07A38CDC}">
      <dgm:prSet/>
      <dgm:spPr/>
      <dgm:t>
        <a:bodyPr/>
        <a:lstStyle/>
        <a:p>
          <a:endParaRPr lang="en-GB"/>
        </a:p>
      </dgm:t>
    </dgm:pt>
    <dgm:pt modelId="{BA83092A-1A57-4335-8307-ACD7732B7298}" type="sibTrans" cxnId="{5B9CC6A0-13B9-4846-9926-FA5C07A38CDC}">
      <dgm:prSet/>
      <dgm:spPr/>
      <dgm:t>
        <a:bodyPr/>
        <a:lstStyle/>
        <a:p>
          <a:endParaRPr lang="en-GB"/>
        </a:p>
      </dgm:t>
    </dgm:pt>
    <dgm:pt modelId="{37E32D7D-AC0F-4221-A1FE-E402596DBFBA}">
      <dgm:prSet phldrT="[Text]" custT="1"/>
      <dgm:spPr/>
      <dgm:t>
        <a:bodyPr/>
        <a:lstStyle/>
        <a:p>
          <a:r>
            <a:rPr lang="en-GB" sz="1600" b="1" dirty="0" err="1">
              <a:solidFill>
                <a:srgbClr val="000000"/>
              </a:solidFill>
              <a:latin typeface="Times New Roman" pitchFamily="18" charset="0"/>
              <a:cs typeface="Times New Roman" pitchFamily="18" charset="0"/>
            </a:rPr>
            <a:t>Anova</a:t>
          </a:r>
          <a:endParaRPr lang="en-GB" sz="1600" b="1" dirty="0">
            <a:solidFill>
              <a:srgbClr val="000000"/>
            </a:solidFill>
            <a:latin typeface="Times New Roman" pitchFamily="18" charset="0"/>
            <a:cs typeface="Times New Roman" pitchFamily="18" charset="0"/>
          </a:endParaRPr>
        </a:p>
      </dgm:t>
    </dgm:pt>
    <dgm:pt modelId="{D96EEA4C-2696-4707-9173-137FB5FE044C}" type="parTrans" cxnId="{BC8E3F8A-5C5F-4701-819D-15E6572A7A1A}">
      <dgm:prSet/>
      <dgm:spPr/>
      <dgm:t>
        <a:bodyPr/>
        <a:lstStyle/>
        <a:p>
          <a:endParaRPr lang="en-GB"/>
        </a:p>
      </dgm:t>
    </dgm:pt>
    <dgm:pt modelId="{E9B37BF1-2AB8-4058-949B-05F0511D21C3}" type="sibTrans" cxnId="{BC8E3F8A-5C5F-4701-819D-15E6572A7A1A}">
      <dgm:prSet/>
      <dgm:spPr/>
      <dgm:t>
        <a:bodyPr/>
        <a:lstStyle/>
        <a:p>
          <a:endParaRPr lang="en-GB"/>
        </a:p>
      </dgm:t>
    </dgm:pt>
    <dgm:pt modelId="{79C5CC44-05F5-4249-BA9D-6EEBD76C4B6B}">
      <dgm:prSet phldrT="[Text]" custT="1"/>
      <dgm:spPr/>
      <dgm:t>
        <a:bodyPr/>
        <a:lstStyle/>
        <a:p>
          <a:r>
            <a:rPr lang="en-GB" sz="1600" b="1" dirty="0">
              <a:solidFill>
                <a:srgbClr val="000000"/>
              </a:solidFill>
              <a:latin typeface="Times New Roman" pitchFamily="18" charset="0"/>
              <a:cs typeface="Times New Roman" pitchFamily="18" charset="0"/>
            </a:rPr>
            <a:t>Regression analysis</a:t>
          </a:r>
        </a:p>
      </dgm:t>
    </dgm:pt>
    <dgm:pt modelId="{73BEADBA-530C-448B-AD41-DFDE8044F240}" type="parTrans" cxnId="{B2D8F44E-C49C-40F0-94C6-4B936BFF7741}">
      <dgm:prSet/>
      <dgm:spPr/>
      <dgm:t>
        <a:bodyPr/>
        <a:lstStyle/>
        <a:p>
          <a:endParaRPr lang="en-GB"/>
        </a:p>
      </dgm:t>
    </dgm:pt>
    <dgm:pt modelId="{E250820B-A279-43B8-A330-00590D857FBE}" type="sibTrans" cxnId="{B2D8F44E-C49C-40F0-94C6-4B936BFF7741}">
      <dgm:prSet/>
      <dgm:spPr/>
      <dgm:t>
        <a:bodyPr/>
        <a:lstStyle/>
        <a:p>
          <a:endParaRPr lang="en-GB"/>
        </a:p>
      </dgm:t>
    </dgm:pt>
    <dgm:pt modelId="{4A43F21C-BC73-4C60-84FF-99A400B6157A}">
      <dgm:prSet phldrT="[Text]" custT="1"/>
      <dgm:spPr/>
      <dgm:t>
        <a:bodyPr/>
        <a:lstStyle/>
        <a:p>
          <a:r>
            <a:rPr lang="en-GB" sz="1600" b="1" dirty="0">
              <a:solidFill>
                <a:srgbClr val="000000"/>
              </a:solidFill>
              <a:latin typeface="Times New Roman" pitchFamily="18" charset="0"/>
              <a:cs typeface="Times New Roman" pitchFamily="18" charset="0"/>
            </a:rPr>
            <a:t>Descriptive statistics </a:t>
          </a:r>
        </a:p>
      </dgm:t>
    </dgm:pt>
    <dgm:pt modelId="{9E34759C-8339-4AE2-9174-C3ABA5C060AC}" type="parTrans" cxnId="{D0826E81-E4F1-4AB3-93D7-28E963648082}">
      <dgm:prSet/>
      <dgm:spPr/>
      <dgm:t>
        <a:bodyPr/>
        <a:lstStyle/>
        <a:p>
          <a:endParaRPr lang="en-GB"/>
        </a:p>
      </dgm:t>
    </dgm:pt>
    <dgm:pt modelId="{106109C9-75E1-4207-A956-40904E257C3D}" type="sibTrans" cxnId="{D0826E81-E4F1-4AB3-93D7-28E963648082}">
      <dgm:prSet/>
      <dgm:spPr/>
      <dgm:t>
        <a:bodyPr/>
        <a:lstStyle/>
        <a:p>
          <a:endParaRPr lang="en-GB"/>
        </a:p>
      </dgm:t>
    </dgm:pt>
    <dgm:pt modelId="{31E9729E-60AB-46A3-8485-E3212C03995D}" type="pres">
      <dgm:prSet presAssocID="{A21E0BD6-ACF0-4560-929C-965C6BA65F70}" presName="Name0" presStyleCnt="0">
        <dgm:presLayoutVars>
          <dgm:chMax val="1"/>
          <dgm:dir/>
          <dgm:animLvl val="ctr"/>
          <dgm:resizeHandles val="exact"/>
        </dgm:presLayoutVars>
      </dgm:prSet>
      <dgm:spPr/>
    </dgm:pt>
    <dgm:pt modelId="{7EE1678F-50CF-4CF3-A4BF-BD7C0BBAD385}" type="pres">
      <dgm:prSet presAssocID="{5768952C-78A6-496F-AE65-5569A58A7C94}" presName="centerShape" presStyleLbl="node0" presStyleIdx="0" presStyleCnt="1"/>
      <dgm:spPr/>
    </dgm:pt>
    <dgm:pt modelId="{553FE8B7-D339-4757-8A0A-2D396542A1E7}" type="pres">
      <dgm:prSet presAssocID="{B842F0BD-EEFB-4F38-8D99-53AA88E235D2}" presName="node" presStyleLbl="node1" presStyleIdx="0" presStyleCnt="5">
        <dgm:presLayoutVars>
          <dgm:bulletEnabled val="1"/>
        </dgm:presLayoutVars>
      </dgm:prSet>
      <dgm:spPr/>
    </dgm:pt>
    <dgm:pt modelId="{4968D5D6-7E1E-40FF-8748-ABB8937D9269}" type="pres">
      <dgm:prSet presAssocID="{B842F0BD-EEFB-4F38-8D99-53AA88E235D2}" presName="dummy" presStyleCnt="0"/>
      <dgm:spPr/>
    </dgm:pt>
    <dgm:pt modelId="{92B40940-65BE-4DAB-A5C2-F418C51F95A8}" type="pres">
      <dgm:prSet presAssocID="{357332B2-3F4D-4345-A13E-4DFB52D5678B}" presName="sibTrans" presStyleLbl="sibTrans2D1" presStyleIdx="0" presStyleCnt="5"/>
      <dgm:spPr/>
    </dgm:pt>
    <dgm:pt modelId="{799CD3B1-5E38-4370-8405-B84D6AEC6E06}" type="pres">
      <dgm:prSet presAssocID="{93EE1909-8500-4777-ADFA-D66FDFB042FC}" presName="node" presStyleLbl="node1" presStyleIdx="1" presStyleCnt="5">
        <dgm:presLayoutVars>
          <dgm:bulletEnabled val="1"/>
        </dgm:presLayoutVars>
      </dgm:prSet>
      <dgm:spPr/>
    </dgm:pt>
    <dgm:pt modelId="{0BA8445A-A5FD-445B-AA28-574D0D9B31A0}" type="pres">
      <dgm:prSet presAssocID="{93EE1909-8500-4777-ADFA-D66FDFB042FC}" presName="dummy" presStyleCnt="0"/>
      <dgm:spPr/>
    </dgm:pt>
    <dgm:pt modelId="{59E7FD97-E4E5-48E0-B33D-85FDC8F0B444}" type="pres">
      <dgm:prSet presAssocID="{BA83092A-1A57-4335-8307-ACD7732B7298}" presName="sibTrans" presStyleLbl="sibTrans2D1" presStyleIdx="1" presStyleCnt="5"/>
      <dgm:spPr/>
    </dgm:pt>
    <dgm:pt modelId="{43121AF2-D7FD-445C-9B97-B17A010D9FC5}" type="pres">
      <dgm:prSet presAssocID="{37E32D7D-AC0F-4221-A1FE-E402596DBFBA}" presName="node" presStyleLbl="node1" presStyleIdx="2" presStyleCnt="5">
        <dgm:presLayoutVars>
          <dgm:bulletEnabled val="1"/>
        </dgm:presLayoutVars>
      </dgm:prSet>
      <dgm:spPr/>
    </dgm:pt>
    <dgm:pt modelId="{67F81D92-CB17-4D4A-9EFD-5D95BCBDDB39}" type="pres">
      <dgm:prSet presAssocID="{37E32D7D-AC0F-4221-A1FE-E402596DBFBA}" presName="dummy" presStyleCnt="0"/>
      <dgm:spPr/>
    </dgm:pt>
    <dgm:pt modelId="{EE4EEAB5-4E57-45EA-A118-0B01904CABAF}" type="pres">
      <dgm:prSet presAssocID="{E9B37BF1-2AB8-4058-949B-05F0511D21C3}" presName="sibTrans" presStyleLbl="sibTrans2D1" presStyleIdx="2" presStyleCnt="5"/>
      <dgm:spPr/>
    </dgm:pt>
    <dgm:pt modelId="{55C7CB40-97B2-4A47-95CE-E9DDECEE0BB9}" type="pres">
      <dgm:prSet presAssocID="{79C5CC44-05F5-4249-BA9D-6EEBD76C4B6B}" presName="node" presStyleLbl="node1" presStyleIdx="3" presStyleCnt="5">
        <dgm:presLayoutVars>
          <dgm:bulletEnabled val="1"/>
        </dgm:presLayoutVars>
      </dgm:prSet>
      <dgm:spPr/>
    </dgm:pt>
    <dgm:pt modelId="{92C0C36B-5959-4CF4-ADF4-43DC431E1896}" type="pres">
      <dgm:prSet presAssocID="{79C5CC44-05F5-4249-BA9D-6EEBD76C4B6B}" presName="dummy" presStyleCnt="0"/>
      <dgm:spPr/>
    </dgm:pt>
    <dgm:pt modelId="{531F60D0-7C09-406A-A607-D7782BB02F56}" type="pres">
      <dgm:prSet presAssocID="{E250820B-A279-43B8-A330-00590D857FBE}" presName="sibTrans" presStyleLbl="sibTrans2D1" presStyleIdx="3" presStyleCnt="5"/>
      <dgm:spPr/>
    </dgm:pt>
    <dgm:pt modelId="{FC73956F-DA5F-49CB-A7CB-58204B77D379}" type="pres">
      <dgm:prSet presAssocID="{4A43F21C-BC73-4C60-84FF-99A400B6157A}" presName="node" presStyleLbl="node1" presStyleIdx="4" presStyleCnt="5">
        <dgm:presLayoutVars>
          <dgm:bulletEnabled val="1"/>
        </dgm:presLayoutVars>
      </dgm:prSet>
      <dgm:spPr/>
    </dgm:pt>
    <dgm:pt modelId="{BD3163CE-1E15-46E5-A635-2D60BA42CCC3}" type="pres">
      <dgm:prSet presAssocID="{4A43F21C-BC73-4C60-84FF-99A400B6157A}" presName="dummy" presStyleCnt="0"/>
      <dgm:spPr/>
    </dgm:pt>
    <dgm:pt modelId="{C0D18DBC-F893-4558-98AF-6A778B4ED5C9}" type="pres">
      <dgm:prSet presAssocID="{106109C9-75E1-4207-A956-40904E257C3D}" presName="sibTrans" presStyleLbl="sibTrans2D1" presStyleIdx="4" presStyleCnt="5"/>
      <dgm:spPr/>
    </dgm:pt>
  </dgm:ptLst>
  <dgm:cxnLst>
    <dgm:cxn modelId="{3ADD3B49-D2A1-4934-9DA8-939E2D7E8EBA}" type="presOf" srcId="{E9B37BF1-2AB8-4058-949B-05F0511D21C3}" destId="{EE4EEAB5-4E57-45EA-A118-0B01904CABAF}" srcOrd="0" destOrd="0" presId="urn:microsoft.com/office/officeart/2005/8/layout/radial6"/>
    <dgm:cxn modelId="{B2D8F44E-C49C-40F0-94C6-4B936BFF7741}" srcId="{5768952C-78A6-496F-AE65-5569A58A7C94}" destId="{79C5CC44-05F5-4249-BA9D-6EEBD76C4B6B}" srcOrd="3" destOrd="0" parTransId="{73BEADBA-530C-448B-AD41-DFDE8044F240}" sibTransId="{E250820B-A279-43B8-A330-00590D857FBE}"/>
    <dgm:cxn modelId="{B8408D52-67FE-4CB3-83DB-7F793FC5CCDC}" type="presOf" srcId="{79C5CC44-05F5-4249-BA9D-6EEBD76C4B6B}" destId="{55C7CB40-97B2-4A47-95CE-E9DDECEE0BB9}" srcOrd="0" destOrd="0" presId="urn:microsoft.com/office/officeart/2005/8/layout/radial6"/>
    <dgm:cxn modelId="{7F9E9253-9B1C-46EB-BDC5-A907FD799725}" type="presOf" srcId="{B842F0BD-EEFB-4F38-8D99-53AA88E235D2}" destId="{553FE8B7-D339-4757-8A0A-2D396542A1E7}" srcOrd="0" destOrd="0" presId="urn:microsoft.com/office/officeart/2005/8/layout/radial6"/>
    <dgm:cxn modelId="{BB534957-2BB8-47D2-8693-0B0DE4B32653}" type="presOf" srcId="{4A43F21C-BC73-4C60-84FF-99A400B6157A}" destId="{FC73956F-DA5F-49CB-A7CB-58204B77D379}" srcOrd="0" destOrd="0" presId="urn:microsoft.com/office/officeart/2005/8/layout/radial6"/>
    <dgm:cxn modelId="{1254A873-ACA2-4328-8E74-86E68717E357}" type="presOf" srcId="{357332B2-3F4D-4345-A13E-4DFB52D5678B}" destId="{92B40940-65BE-4DAB-A5C2-F418C51F95A8}" srcOrd="0" destOrd="0" presId="urn:microsoft.com/office/officeart/2005/8/layout/radial6"/>
    <dgm:cxn modelId="{9AA24876-C8FD-4D84-80A4-2ED867430F70}" type="presOf" srcId="{37E32D7D-AC0F-4221-A1FE-E402596DBFBA}" destId="{43121AF2-D7FD-445C-9B97-B17A010D9FC5}" srcOrd="0" destOrd="0" presId="urn:microsoft.com/office/officeart/2005/8/layout/radial6"/>
    <dgm:cxn modelId="{EEEA5777-9744-4913-B1C1-51184942C319}" type="presOf" srcId="{E250820B-A279-43B8-A330-00590D857FBE}" destId="{531F60D0-7C09-406A-A607-D7782BB02F56}" srcOrd="0" destOrd="0" presId="urn:microsoft.com/office/officeart/2005/8/layout/radial6"/>
    <dgm:cxn modelId="{F4A60A7B-A530-40D6-AC14-22189999726A}" type="presOf" srcId="{93EE1909-8500-4777-ADFA-D66FDFB042FC}" destId="{799CD3B1-5E38-4370-8405-B84D6AEC6E06}" srcOrd="0" destOrd="0" presId="urn:microsoft.com/office/officeart/2005/8/layout/radial6"/>
    <dgm:cxn modelId="{D0826E81-E4F1-4AB3-93D7-28E963648082}" srcId="{5768952C-78A6-496F-AE65-5569A58A7C94}" destId="{4A43F21C-BC73-4C60-84FF-99A400B6157A}" srcOrd="4" destOrd="0" parTransId="{9E34759C-8339-4AE2-9174-C3ABA5C060AC}" sibTransId="{106109C9-75E1-4207-A956-40904E257C3D}"/>
    <dgm:cxn modelId="{BC8E3F8A-5C5F-4701-819D-15E6572A7A1A}" srcId="{5768952C-78A6-496F-AE65-5569A58A7C94}" destId="{37E32D7D-AC0F-4221-A1FE-E402596DBFBA}" srcOrd="2" destOrd="0" parTransId="{D96EEA4C-2696-4707-9173-137FB5FE044C}" sibTransId="{E9B37BF1-2AB8-4058-949B-05F0511D21C3}"/>
    <dgm:cxn modelId="{626C4A8A-6460-431E-AE9D-5A0BC6411858}" type="presOf" srcId="{A21E0BD6-ACF0-4560-929C-965C6BA65F70}" destId="{31E9729E-60AB-46A3-8485-E3212C03995D}" srcOrd="0" destOrd="0" presId="urn:microsoft.com/office/officeart/2005/8/layout/radial6"/>
    <dgm:cxn modelId="{AFCBD392-4807-40A3-8F9C-C08FA95D5631}" srcId="{5768952C-78A6-496F-AE65-5569A58A7C94}" destId="{B842F0BD-EEFB-4F38-8D99-53AA88E235D2}" srcOrd="0" destOrd="0" parTransId="{5B70216E-4388-4BE0-8EF0-E784314FDAF5}" sibTransId="{357332B2-3F4D-4345-A13E-4DFB52D5678B}"/>
    <dgm:cxn modelId="{5B9CC6A0-13B9-4846-9926-FA5C07A38CDC}" srcId="{5768952C-78A6-496F-AE65-5569A58A7C94}" destId="{93EE1909-8500-4777-ADFA-D66FDFB042FC}" srcOrd="1" destOrd="0" parTransId="{1535E447-A399-4068-B04C-1CAB5704B659}" sibTransId="{BA83092A-1A57-4335-8307-ACD7732B7298}"/>
    <dgm:cxn modelId="{958EC6C8-4EF1-47E0-A1E5-2DDAC5747995}" type="presOf" srcId="{5768952C-78A6-496F-AE65-5569A58A7C94}" destId="{7EE1678F-50CF-4CF3-A4BF-BD7C0BBAD385}" srcOrd="0" destOrd="0" presId="urn:microsoft.com/office/officeart/2005/8/layout/radial6"/>
    <dgm:cxn modelId="{5B6E47CE-9952-4601-8408-DEC9406C7737}" type="presOf" srcId="{BA83092A-1A57-4335-8307-ACD7732B7298}" destId="{59E7FD97-E4E5-48E0-B33D-85FDC8F0B444}" srcOrd="0" destOrd="0" presId="urn:microsoft.com/office/officeart/2005/8/layout/radial6"/>
    <dgm:cxn modelId="{1AA8B8E3-5B79-48D8-9B85-3A64210262D6}" type="presOf" srcId="{106109C9-75E1-4207-A956-40904E257C3D}" destId="{C0D18DBC-F893-4558-98AF-6A778B4ED5C9}" srcOrd="0" destOrd="0" presId="urn:microsoft.com/office/officeart/2005/8/layout/radial6"/>
    <dgm:cxn modelId="{98AFC6E5-3519-49D0-9BE3-EA1D1CDB604B}" srcId="{A21E0BD6-ACF0-4560-929C-965C6BA65F70}" destId="{5768952C-78A6-496F-AE65-5569A58A7C94}" srcOrd="0" destOrd="0" parTransId="{FF81DF33-096B-4FFB-B4E3-7573033F027F}" sibTransId="{23F459DB-2FFD-4188-A688-B4FE583DE2AC}"/>
    <dgm:cxn modelId="{9F872852-32D4-4FEE-84F5-24D08B80C286}" type="presParOf" srcId="{31E9729E-60AB-46A3-8485-E3212C03995D}" destId="{7EE1678F-50CF-4CF3-A4BF-BD7C0BBAD385}" srcOrd="0" destOrd="0" presId="urn:microsoft.com/office/officeart/2005/8/layout/radial6"/>
    <dgm:cxn modelId="{1CBAF518-917D-4AD0-9526-1B7E1F7986B1}" type="presParOf" srcId="{31E9729E-60AB-46A3-8485-E3212C03995D}" destId="{553FE8B7-D339-4757-8A0A-2D396542A1E7}" srcOrd="1" destOrd="0" presId="urn:microsoft.com/office/officeart/2005/8/layout/radial6"/>
    <dgm:cxn modelId="{EF2BE742-EAE0-4076-B0D2-10426F28F228}" type="presParOf" srcId="{31E9729E-60AB-46A3-8485-E3212C03995D}" destId="{4968D5D6-7E1E-40FF-8748-ABB8937D9269}" srcOrd="2" destOrd="0" presId="urn:microsoft.com/office/officeart/2005/8/layout/radial6"/>
    <dgm:cxn modelId="{0396CC57-EC7C-498A-A452-625BCA967DA0}" type="presParOf" srcId="{31E9729E-60AB-46A3-8485-E3212C03995D}" destId="{92B40940-65BE-4DAB-A5C2-F418C51F95A8}" srcOrd="3" destOrd="0" presId="urn:microsoft.com/office/officeart/2005/8/layout/radial6"/>
    <dgm:cxn modelId="{2499B2D9-19A7-4D36-9DFC-B30C059A441B}" type="presParOf" srcId="{31E9729E-60AB-46A3-8485-E3212C03995D}" destId="{799CD3B1-5E38-4370-8405-B84D6AEC6E06}" srcOrd="4" destOrd="0" presId="urn:microsoft.com/office/officeart/2005/8/layout/radial6"/>
    <dgm:cxn modelId="{CF0F1B5E-DEBA-4EB4-9634-2127B70F129D}" type="presParOf" srcId="{31E9729E-60AB-46A3-8485-E3212C03995D}" destId="{0BA8445A-A5FD-445B-AA28-574D0D9B31A0}" srcOrd="5" destOrd="0" presId="urn:microsoft.com/office/officeart/2005/8/layout/radial6"/>
    <dgm:cxn modelId="{8DBF753C-0BA1-4FC5-8A36-00C376898714}" type="presParOf" srcId="{31E9729E-60AB-46A3-8485-E3212C03995D}" destId="{59E7FD97-E4E5-48E0-B33D-85FDC8F0B444}" srcOrd="6" destOrd="0" presId="urn:microsoft.com/office/officeart/2005/8/layout/radial6"/>
    <dgm:cxn modelId="{E44EB391-2845-46C5-9483-D92CAE48B16D}" type="presParOf" srcId="{31E9729E-60AB-46A3-8485-E3212C03995D}" destId="{43121AF2-D7FD-445C-9B97-B17A010D9FC5}" srcOrd="7" destOrd="0" presId="urn:microsoft.com/office/officeart/2005/8/layout/radial6"/>
    <dgm:cxn modelId="{17FD0476-1BF5-4CA5-A240-FEB987AA71DB}" type="presParOf" srcId="{31E9729E-60AB-46A3-8485-E3212C03995D}" destId="{67F81D92-CB17-4D4A-9EFD-5D95BCBDDB39}" srcOrd="8" destOrd="0" presId="urn:microsoft.com/office/officeart/2005/8/layout/radial6"/>
    <dgm:cxn modelId="{E3A56ED9-217B-421C-ADD5-A6D3EC21E057}" type="presParOf" srcId="{31E9729E-60AB-46A3-8485-E3212C03995D}" destId="{EE4EEAB5-4E57-45EA-A118-0B01904CABAF}" srcOrd="9" destOrd="0" presId="urn:microsoft.com/office/officeart/2005/8/layout/radial6"/>
    <dgm:cxn modelId="{A15B7573-E7D9-42A8-82F5-EF951C998B90}" type="presParOf" srcId="{31E9729E-60AB-46A3-8485-E3212C03995D}" destId="{55C7CB40-97B2-4A47-95CE-E9DDECEE0BB9}" srcOrd="10" destOrd="0" presId="urn:microsoft.com/office/officeart/2005/8/layout/radial6"/>
    <dgm:cxn modelId="{18CC474E-FB41-4954-A00E-A02B8CC32249}" type="presParOf" srcId="{31E9729E-60AB-46A3-8485-E3212C03995D}" destId="{92C0C36B-5959-4CF4-ADF4-43DC431E1896}" srcOrd="11" destOrd="0" presId="urn:microsoft.com/office/officeart/2005/8/layout/radial6"/>
    <dgm:cxn modelId="{7EF9C185-0ABD-444F-ABCC-FBB8235C101A}" type="presParOf" srcId="{31E9729E-60AB-46A3-8485-E3212C03995D}" destId="{531F60D0-7C09-406A-A607-D7782BB02F56}" srcOrd="12" destOrd="0" presId="urn:microsoft.com/office/officeart/2005/8/layout/radial6"/>
    <dgm:cxn modelId="{34B3CD5C-A898-4DD9-A782-AA02646CA964}" type="presParOf" srcId="{31E9729E-60AB-46A3-8485-E3212C03995D}" destId="{FC73956F-DA5F-49CB-A7CB-58204B77D379}" srcOrd="13" destOrd="0" presId="urn:microsoft.com/office/officeart/2005/8/layout/radial6"/>
    <dgm:cxn modelId="{2D11DC35-47F0-4364-B6EA-923D9B8BDAF8}" type="presParOf" srcId="{31E9729E-60AB-46A3-8485-E3212C03995D}" destId="{BD3163CE-1E15-46E5-A635-2D60BA42CCC3}" srcOrd="14" destOrd="0" presId="urn:microsoft.com/office/officeart/2005/8/layout/radial6"/>
    <dgm:cxn modelId="{188C1E05-7FB8-4DB2-ACB9-FC6211C4BA90}" type="presParOf" srcId="{31E9729E-60AB-46A3-8485-E3212C03995D}" destId="{C0D18DBC-F893-4558-98AF-6A778B4ED5C9}" srcOrd="15"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D18DBC-F893-4558-98AF-6A778B4ED5C9}">
      <dsp:nvSpPr>
        <dsp:cNvPr id="0" name=""/>
        <dsp:cNvSpPr/>
      </dsp:nvSpPr>
      <dsp:spPr>
        <a:xfrm>
          <a:off x="921548" y="511590"/>
          <a:ext cx="3414702" cy="3414702"/>
        </a:xfrm>
        <a:prstGeom prst="blockArc">
          <a:avLst>
            <a:gd name="adj1" fmla="val 11880000"/>
            <a:gd name="adj2" fmla="val 16200000"/>
            <a:gd name="adj3" fmla="val 4638"/>
          </a:avLst>
        </a:prstGeom>
        <a:solidFill>
          <a:schemeClr val="accent2">
            <a:hueOff val="-12281167"/>
            <a:satOff val="-100000"/>
            <a:lumOff val="6568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1F60D0-7C09-406A-A607-D7782BB02F56}">
      <dsp:nvSpPr>
        <dsp:cNvPr id="0" name=""/>
        <dsp:cNvSpPr/>
      </dsp:nvSpPr>
      <dsp:spPr>
        <a:xfrm>
          <a:off x="921548" y="511590"/>
          <a:ext cx="3414702" cy="3414702"/>
        </a:xfrm>
        <a:prstGeom prst="blockArc">
          <a:avLst>
            <a:gd name="adj1" fmla="val 7560000"/>
            <a:gd name="adj2" fmla="val 11880000"/>
            <a:gd name="adj3" fmla="val 4638"/>
          </a:avLst>
        </a:prstGeom>
        <a:solidFill>
          <a:schemeClr val="accent2">
            <a:hueOff val="-9210875"/>
            <a:satOff val="-75000"/>
            <a:lumOff val="4926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4EEAB5-4E57-45EA-A118-0B01904CABAF}">
      <dsp:nvSpPr>
        <dsp:cNvPr id="0" name=""/>
        <dsp:cNvSpPr/>
      </dsp:nvSpPr>
      <dsp:spPr>
        <a:xfrm>
          <a:off x="921548" y="511590"/>
          <a:ext cx="3414702" cy="3414702"/>
        </a:xfrm>
        <a:prstGeom prst="blockArc">
          <a:avLst>
            <a:gd name="adj1" fmla="val 3240000"/>
            <a:gd name="adj2" fmla="val 7560000"/>
            <a:gd name="adj3" fmla="val 4638"/>
          </a:avLst>
        </a:prstGeom>
        <a:solidFill>
          <a:schemeClr val="accent2">
            <a:hueOff val="-6140583"/>
            <a:satOff val="-50000"/>
            <a:lumOff val="328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9E7FD97-E4E5-48E0-B33D-85FDC8F0B444}">
      <dsp:nvSpPr>
        <dsp:cNvPr id="0" name=""/>
        <dsp:cNvSpPr/>
      </dsp:nvSpPr>
      <dsp:spPr>
        <a:xfrm>
          <a:off x="921548" y="511590"/>
          <a:ext cx="3414702" cy="3414702"/>
        </a:xfrm>
        <a:prstGeom prst="blockArc">
          <a:avLst>
            <a:gd name="adj1" fmla="val 20520000"/>
            <a:gd name="adj2" fmla="val 3240000"/>
            <a:gd name="adj3" fmla="val 4638"/>
          </a:avLst>
        </a:prstGeom>
        <a:solidFill>
          <a:schemeClr val="accent2">
            <a:hueOff val="-3070292"/>
            <a:satOff val="-25000"/>
            <a:lumOff val="1642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B40940-65BE-4DAB-A5C2-F418C51F95A8}">
      <dsp:nvSpPr>
        <dsp:cNvPr id="0" name=""/>
        <dsp:cNvSpPr/>
      </dsp:nvSpPr>
      <dsp:spPr>
        <a:xfrm>
          <a:off x="921548" y="511590"/>
          <a:ext cx="3414702" cy="3414702"/>
        </a:xfrm>
        <a:prstGeom prst="blockArc">
          <a:avLst>
            <a:gd name="adj1" fmla="val 16200000"/>
            <a:gd name="adj2" fmla="val 20520000"/>
            <a:gd name="adj3" fmla="val 4638"/>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E1678F-50CF-4CF3-A4BF-BD7C0BBAD385}">
      <dsp:nvSpPr>
        <dsp:cNvPr id="0" name=""/>
        <dsp:cNvSpPr/>
      </dsp:nvSpPr>
      <dsp:spPr>
        <a:xfrm>
          <a:off x="1843310" y="1433352"/>
          <a:ext cx="1571178" cy="157117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000000"/>
              </a:solidFill>
              <a:latin typeface="Times New Roman" pitchFamily="18" charset="0"/>
              <a:cs typeface="Times New Roman" pitchFamily="18" charset="0"/>
            </a:rPr>
            <a:t>SPSS</a:t>
          </a:r>
          <a:endParaRPr lang="en-GB" sz="2800" b="1" kern="1200" dirty="0">
            <a:solidFill>
              <a:srgbClr val="000000"/>
            </a:solidFill>
            <a:latin typeface="Times New Roman" pitchFamily="18" charset="0"/>
            <a:cs typeface="Times New Roman" pitchFamily="18" charset="0"/>
          </a:endParaRPr>
        </a:p>
      </dsp:txBody>
      <dsp:txXfrm>
        <a:off x="2073404" y="1663446"/>
        <a:ext cx="1110990" cy="1110990"/>
      </dsp:txXfrm>
    </dsp:sp>
    <dsp:sp modelId="{553FE8B7-D339-4757-8A0A-2D396542A1E7}">
      <dsp:nvSpPr>
        <dsp:cNvPr id="0" name=""/>
        <dsp:cNvSpPr/>
      </dsp:nvSpPr>
      <dsp:spPr>
        <a:xfrm>
          <a:off x="2078987" y="1271"/>
          <a:ext cx="1099824" cy="109982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rgbClr val="000000"/>
              </a:solidFill>
              <a:latin typeface="Times New Roman" pitchFamily="18" charset="0"/>
              <a:cs typeface="Times New Roman" pitchFamily="18" charset="0"/>
            </a:rPr>
            <a:t>Correlation test</a:t>
          </a:r>
        </a:p>
      </dsp:txBody>
      <dsp:txXfrm>
        <a:off x="2240052" y="162336"/>
        <a:ext cx="777694" cy="777694"/>
      </dsp:txXfrm>
    </dsp:sp>
    <dsp:sp modelId="{799CD3B1-5E38-4370-8405-B84D6AEC6E06}">
      <dsp:nvSpPr>
        <dsp:cNvPr id="0" name=""/>
        <dsp:cNvSpPr/>
      </dsp:nvSpPr>
      <dsp:spPr>
        <a:xfrm>
          <a:off x="3665119" y="1153663"/>
          <a:ext cx="1099824" cy="1099824"/>
        </a:xfrm>
        <a:prstGeom prst="ellipse">
          <a:avLst/>
        </a:prstGeom>
        <a:solidFill>
          <a:schemeClr val="accent2">
            <a:hueOff val="-3070292"/>
            <a:satOff val="-25000"/>
            <a:lumOff val="164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rgbClr val="000000"/>
              </a:solidFill>
              <a:latin typeface="Times New Roman" pitchFamily="18" charset="0"/>
              <a:cs typeface="Times New Roman" pitchFamily="18" charset="0"/>
            </a:rPr>
            <a:t>t-Test</a:t>
          </a:r>
        </a:p>
      </dsp:txBody>
      <dsp:txXfrm>
        <a:off x="3826184" y="1314728"/>
        <a:ext cx="777694" cy="777694"/>
      </dsp:txXfrm>
    </dsp:sp>
    <dsp:sp modelId="{43121AF2-D7FD-445C-9B97-B17A010D9FC5}">
      <dsp:nvSpPr>
        <dsp:cNvPr id="0" name=""/>
        <dsp:cNvSpPr/>
      </dsp:nvSpPr>
      <dsp:spPr>
        <a:xfrm>
          <a:off x="3059270" y="3018273"/>
          <a:ext cx="1099824" cy="1099824"/>
        </a:xfrm>
        <a:prstGeom prst="ellipse">
          <a:avLst/>
        </a:prstGeom>
        <a:solidFill>
          <a:schemeClr val="accent2">
            <a:hueOff val="-6140583"/>
            <a:satOff val="-50000"/>
            <a:lumOff val="32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err="1">
              <a:solidFill>
                <a:srgbClr val="000000"/>
              </a:solidFill>
              <a:latin typeface="Times New Roman" pitchFamily="18" charset="0"/>
              <a:cs typeface="Times New Roman" pitchFamily="18" charset="0"/>
            </a:rPr>
            <a:t>Anova</a:t>
          </a:r>
          <a:endParaRPr lang="en-GB" sz="1600" b="1" kern="1200" dirty="0">
            <a:solidFill>
              <a:srgbClr val="000000"/>
            </a:solidFill>
            <a:latin typeface="Times New Roman" pitchFamily="18" charset="0"/>
            <a:cs typeface="Times New Roman" pitchFamily="18" charset="0"/>
          </a:endParaRPr>
        </a:p>
      </dsp:txBody>
      <dsp:txXfrm>
        <a:off x="3220335" y="3179338"/>
        <a:ext cx="777694" cy="777694"/>
      </dsp:txXfrm>
    </dsp:sp>
    <dsp:sp modelId="{55C7CB40-97B2-4A47-95CE-E9DDECEE0BB9}">
      <dsp:nvSpPr>
        <dsp:cNvPr id="0" name=""/>
        <dsp:cNvSpPr/>
      </dsp:nvSpPr>
      <dsp:spPr>
        <a:xfrm>
          <a:off x="1098704" y="3018273"/>
          <a:ext cx="1099824" cy="1099824"/>
        </a:xfrm>
        <a:prstGeom prst="ellipse">
          <a:avLst/>
        </a:prstGeom>
        <a:solidFill>
          <a:schemeClr val="accent2">
            <a:hueOff val="-9210875"/>
            <a:satOff val="-75000"/>
            <a:lumOff val="492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rgbClr val="000000"/>
              </a:solidFill>
              <a:latin typeface="Times New Roman" pitchFamily="18" charset="0"/>
              <a:cs typeface="Times New Roman" pitchFamily="18" charset="0"/>
            </a:rPr>
            <a:t>Regression analysis</a:t>
          </a:r>
        </a:p>
      </dsp:txBody>
      <dsp:txXfrm>
        <a:off x="1259769" y="3179338"/>
        <a:ext cx="777694" cy="777694"/>
      </dsp:txXfrm>
    </dsp:sp>
    <dsp:sp modelId="{FC73956F-DA5F-49CB-A7CB-58204B77D379}">
      <dsp:nvSpPr>
        <dsp:cNvPr id="0" name=""/>
        <dsp:cNvSpPr/>
      </dsp:nvSpPr>
      <dsp:spPr>
        <a:xfrm>
          <a:off x="492855" y="1153663"/>
          <a:ext cx="1099824" cy="1099824"/>
        </a:xfrm>
        <a:prstGeom prst="ellipse">
          <a:avLst/>
        </a:prstGeom>
        <a:solidFill>
          <a:schemeClr val="accent2">
            <a:hueOff val="-12281167"/>
            <a:satOff val="-100000"/>
            <a:lumOff val="65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rgbClr val="000000"/>
              </a:solidFill>
              <a:latin typeface="Times New Roman" pitchFamily="18" charset="0"/>
              <a:cs typeface="Times New Roman" pitchFamily="18" charset="0"/>
            </a:rPr>
            <a:t>Descriptive statistics </a:t>
          </a:r>
        </a:p>
      </dsp:txBody>
      <dsp:txXfrm>
        <a:off x="653920" y="1314728"/>
        <a:ext cx="777694" cy="777694"/>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686104" y="685800"/>
            <a:ext cx="54864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975136178"/>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685800" y="685800"/>
            <a:ext cx="54864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3" name="Shape 7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4713" y="630238"/>
            <a:ext cx="3400425" cy="2125662"/>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100" kern="1200" dirty="0">
                <a:solidFill>
                  <a:schemeClr val="tx1"/>
                </a:solidFill>
                <a:effectLst/>
                <a:latin typeface="+mn-lt"/>
                <a:ea typeface="+mn-ea"/>
                <a:cs typeface="+mn-cs"/>
              </a:rPr>
              <a:t>The slide displays methodological choices regarding research design and methodological choices. In this context, the rationale behind considering positivism philosophy involves ensuring evidence based evaluation regarding how internationally operated firm’s response to global economic uncertainty. On the other hand, the researcher further has considered implementing deductive approach to test existing theoretical assumptions regarding the study context.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629627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4713" y="630238"/>
            <a:ext cx="3400425" cy="2125662"/>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100" kern="1200" dirty="0">
                <a:solidFill>
                  <a:schemeClr val="tx1"/>
                </a:solidFill>
                <a:effectLst/>
                <a:latin typeface="+mn-lt"/>
                <a:ea typeface="+mn-ea"/>
                <a:cs typeface="+mn-cs"/>
              </a:rPr>
              <a:t>The chapter showcases research strategy, population, data collection process and time horizon selected to deduce the study findings. In this context, the rationale behind considering survey strategy involves its competencies on utilising structured questionnaires in collecting quantifiable data on market entry strategies used by firms to tackle global economic uncertainty. As for the choice of data collection instruments the researcher utilises 15 closed-ended questionnaires, </a:t>
            </a:r>
            <a:r>
              <a:rPr lang="en-GB" sz="1100" kern="1200" dirty="0" err="1">
                <a:solidFill>
                  <a:schemeClr val="tx1"/>
                </a:solidFill>
                <a:effectLst/>
                <a:latin typeface="+mn-lt"/>
                <a:ea typeface="+mn-ea"/>
                <a:cs typeface="+mn-cs"/>
              </a:rPr>
              <a:t>Likert</a:t>
            </a:r>
            <a:r>
              <a:rPr lang="en-GB" sz="1100" kern="1200" dirty="0">
                <a:solidFill>
                  <a:schemeClr val="tx1"/>
                </a:solidFill>
                <a:effectLst/>
                <a:latin typeface="+mn-lt"/>
                <a:ea typeface="+mn-ea"/>
                <a:cs typeface="+mn-cs"/>
              </a:rPr>
              <a:t> Scale, Microsoft form, Microsoft Excel and word. These are to record survey responses from real-time responses and develop a complex data set for analysis process.</a:t>
            </a:r>
            <a:endParaRPr lang="en-US" dirty="0"/>
          </a:p>
        </p:txBody>
      </p:sp>
      <p:sp>
        <p:nvSpPr>
          <p:cNvPr id="4" name="Slide Number Placeholder 3"/>
          <p:cNvSpPr>
            <a:spLocks noGrp="1"/>
          </p:cNvSpPr>
          <p:nvPr>
            <p:ph type="sldNum" sz="quarter" idx="5"/>
          </p:nvPr>
        </p:nvSpPr>
        <p:spPr>
          <a:xfrm>
            <a:off x="3884613" y="8685213"/>
            <a:ext cx="2971800" cy="457200"/>
          </a:xfrm>
          <a:prstGeom prst="rect">
            <a:avLst/>
          </a:prstGeom>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629627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4713" y="630238"/>
            <a:ext cx="3400425" cy="2125662"/>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100" kern="1200" dirty="0">
                <a:solidFill>
                  <a:schemeClr val="tx1"/>
                </a:solidFill>
                <a:effectLst/>
                <a:latin typeface="+mn-lt"/>
                <a:ea typeface="+mn-ea"/>
                <a:cs typeface="+mn-cs"/>
              </a:rPr>
              <a:t>The slide presents the analytical tools considered by the researcher in analysing, evaluating and interpreting the researchable data sets. During carrying out the data collection it has been make sure that the process is fully complied with GDPR (General data protection regulations) and Data protection Act 2018. These are to ensure legal compliance and safeguard personal information during handling the researchable data. The chapter plays a significant role towards providing a systematic, ethical and reliable framework to generate valid insights.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a:xfrm>
            <a:off x="3884613" y="8685213"/>
            <a:ext cx="2971800" cy="457200"/>
          </a:xfrm>
          <a:prstGeom prst="rect">
            <a:avLst/>
          </a:prstGeom>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629627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4713" y="630238"/>
            <a:ext cx="3400425" cy="2125662"/>
          </a:xfrm>
        </p:spPr>
      </p:sp>
      <p:sp>
        <p:nvSpPr>
          <p:cNvPr id="3" name="Notes Placeholder 2"/>
          <p:cNvSpPr>
            <a:spLocks noGrp="1"/>
          </p:cNvSpPr>
          <p:nvPr>
            <p:ph type="body" idx="1"/>
          </p:nvPr>
        </p:nvSpPr>
        <p:spPr/>
        <p:txBody>
          <a:bodyPr/>
          <a:lstStyle/>
          <a:p>
            <a:r>
              <a:rPr lang="en-GB" sz="1100" kern="1200" dirty="0" err="1">
                <a:solidFill>
                  <a:schemeClr val="tx1"/>
                </a:solidFill>
                <a:effectLst/>
                <a:latin typeface="+mn-lt"/>
                <a:ea typeface="+mn-ea"/>
                <a:cs typeface="+mn-cs"/>
              </a:rPr>
              <a:t>Ghanad</a:t>
            </a:r>
            <a:r>
              <a:rPr lang="en-GB" sz="1100" kern="1200" dirty="0">
                <a:solidFill>
                  <a:schemeClr val="tx1"/>
                </a:solidFill>
                <a:effectLst/>
                <a:latin typeface="+mn-lt"/>
                <a:ea typeface="+mn-ea"/>
                <a:cs typeface="+mn-cs"/>
              </a:rPr>
              <a:t>, A., 2023. An overview of quantitative research methods. International journal of multidisciplinary research and analysis, 6(08), pp.3794-3803.</a:t>
            </a:r>
          </a:p>
          <a:p>
            <a:r>
              <a:rPr lang="en-GB" sz="1100" kern="1200" dirty="0" err="1">
                <a:solidFill>
                  <a:schemeClr val="tx1"/>
                </a:solidFill>
                <a:effectLst/>
                <a:latin typeface="+mn-lt"/>
                <a:ea typeface="+mn-ea"/>
                <a:cs typeface="+mn-cs"/>
              </a:rPr>
              <a:t>Hunziker</a:t>
            </a:r>
            <a:r>
              <a:rPr lang="en-GB" sz="1100" kern="1200" dirty="0">
                <a:solidFill>
                  <a:schemeClr val="tx1"/>
                </a:solidFill>
                <a:effectLst/>
                <a:latin typeface="+mn-lt"/>
                <a:ea typeface="+mn-ea"/>
                <a:cs typeface="+mn-cs"/>
              </a:rPr>
              <a:t>, S. and </a:t>
            </a:r>
            <a:r>
              <a:rPr lang="en-GB" sz="1100" kern="1200" dirty="0" err="1">
                <a:solidFill>
                  <a:schemeClr val="tx1"/>
                </a:solidFill>
                <a:effectLst/>
                <a:latin typeface="+mn-lt"/>
                <a:ea typeface="+mn-ea"/>
                <a:cs typeface="+mn-cs"/>
              </a:rPr>
              <a:t>Blankenagel</a:t>
            </a:r>
            <a:r>
              <a:rPr lang="en-GB" sz="1100" kern="1200" dirty="0">
                <a:solidFill>
                  <a:schemeClr val="tx1"/>
                </a:solidFill>
                <a:effectLst/>
                <a:latin typeface="+mn-lt"/>
                <a:ea typeface="+mn-ea"/>
                <a:cs typeface="+mn-cs"/>
              </a:rPr>
              <a:t>, M., 2024. Cross-sectional research design. In Research design in business and management: A practical guide for students and researchers (pp. 187-199). Wiesbaden: Springer </a:t>
            </a:r>
            <a:r>
              <a:rPr lang="en-GB" sz="1100" kern="1200" dirty="0" err="1">
                <a:solidFill>
                  <a:schemeClr val="tx1"/>
                </a:solidFill>
                <a:effectLst/>
                <a:latin typeface="+mn-lt"/>
                <a:ea typeface="+mn-ea"/>
                <a:cs typeface="+mn-cs"/>
              </a:rPr>
              <a:t>Fachmedien</a:t>
            </a:r>
            <a:r>
              <a:rPr lang="en-GB" sz="1100" kern="1200" dirty="0">
                <a:solidFill>
                  <a:schemeClr val="tx1"/>
                </a:solidFill>
                <a:effectLst/>
                <a:latin typeface="+mn-lt"/>
                <a:ea typeface="+mn-ea"/>
                <a:cs typeface="+mn-cs"/>
              </a:rPr>
              <a:t> Wiesbaden.</a:t>
            </a:r>
          </a:p>
          <a:p>
            <a:r>
              <a:rPr lang="en-GB" sz="1100" kern="1200" dirty="0">
                <a:solidFill>
                  <a:schemeClr val="tx1"/>
                </a:solidFill>
                <a:effectLst/>
                <a:latin typeface="+mn-lt"/>
                <a:ea typeface="+mn-ea"/>
                <a:cs typeface="+mn-cs"/>
              </a:rPr>
              <a:t>Kumar, S. and </a:t>
            </a:r>
            <a:r>
              <a:rPr lang="en-GB" sz="1100" kern="1200" dirty="0" err="1">
                <a:solidFill>
                  <a:schemeClr val="tx1"/>
                </a:solidFill>
                <a:effectLst/>
                <a:latin typeface="+mn-lt"/>
                <a:ea typeface="+mn-ea"/>
                <a:cs typeface="+mn-cs"/>
              </a:rPr>
              <a:t>Ujire</a:t>
            </a:r>
            <a:r>
              <a:rPr lang="en-GB" sz="1100" kern="1200" dirty="0">
                <a:solidFill>
                  <a:schemeClr val="tx1"/>
                </a:solidFill>
                <a:effectLst/>
                <a:latin typeface="+mn-lt"/>
                <a:ea typeface="+mn-ea"/>
                <a:cs typeface="+mn-cs"/>
              </a:rPr>
              <a:t>, D.K., 2024. Inductive and deductive approaches to qualitative research. International Journal of Multidisciplinary Educational Research, 13(1), pp.58-63.</a:t>
            </a:r>
          </a:p>
          <a:p>
            <a:r>
              <a:rPr lang="en-GB" sz="1100" kern="1200" dirty="0" err="1">
                <a:solidFill>
                  <a:schemeClr val="tx1"/>
                </a:solidFill>
                <a:effectLst/>
                <a:latin typeface="+mn-lt"/>
                <a:ea typeface="+mn-ea"/>
                <a:cs typeface="+mn-cs"/>
              </a:rPr>
              <a:t>Maretha</a:t>
            </a:r>
            <a:r>
              <a:rPr lang="en-GB" sz="1100" kern="1200" dirty="0">
                <a:solidFill>
                  <a:schemeClr val="tx1"/>
                </a:solidFill>
                <a:effectLst/>
                <a:latin typeface="+mn-lt"/>
                <a:ea typeface="+mn-ea"/>
                <a:cs typeface="+mn-cs"/>
              </a:rPr>
              <a:t>, C., 2023. Positivism in philosophical studies. Journal of Innovation in Teaching and Instructional Media, 3(3), pp.124-138.</a:t>
            </a:r>
          </a:p>
          <a:p>
            <a:r>
              <a:rPr lang="en-GB" sz="1100" kern="1200" dirty="0" err="1">
                <a:solidFill>
                  <a:schemeClr val="tx1"/>
                </a:solidFill>
                <a:effectLst/>
                <a:latin typeface="+mn-lt"/>
                <a:ea typeface="+mn-ea"/>
                <a:cs typeface="+mn-cs"/>
              </a:rPr>
              <a:t>Rahayu</a:t>
            </a:r>
            <a:r>
              <a:rPr lang="en-GB" sz="1100" kern="1200" dirty="0">
                <a:solidFill>
                  <a:schemeClr val="tx1"/>
                </a:solidFill>
                <a:effectLst/>
                <a:latin typeface="+mn-lt"/>
                <a:ea typeface="+mn-ea"/>
                <a:cs typeface="+mn-cs"/>
              </a:rPr>
              <a:t>, N.I., </a:t>
            </a:r>
            <a:r>
              <a:rPr lang="en-GB" sz="1100" kern="1200" dirty="0" err="1">
                <a:solidFill>
                  <a:schemeClr val="tx1"/>
                </a:solidFill>
                <a:effectLst/>
                <a:latin typeface="+mn-lt"/>
                <a:ea typeface="+mn-ea"/>
                <a:cs typeface="+mn-cs"/>
              </a:rPr>
              <a:t>Muktiarni</a:t>
            </a:r>
            <a:r>
              <a:rPr lang="en-GB" sz="1100" kern="1200" dirty="0">
                <a:solidFill>
                  <a:schemeClr val="tx1"/>
                </a:solidFill>
                <a:effectLst/>
                <a:latin typeface="+mn-lt"/>
                <a:ea typeface="+mn-ea"/>
                <a:cs typeface="+mn-cs"/>
              </a:rPr>
              <a:t>, M. and </a:t>
            </a:r>
            <a:r>
              <a:rPr lang="en-GB" sz="1100" kern="1200" dirty="0" err="1">
                <a:solidFill>
                  <a:schemeClr val="tx1"/>
                </a:solidFill>
                <a:effectLst/>
                <a:latin typeface="+mn-lt"/>
                <a:ea typeface="+mn-ea"/>
                <a:cs typeface="+mn-cs"/>
              </a:rPr>
              <a:t>Hidayat</a:t>
            </a:r>
            <a:r>
              <a:rPr lang="en-GB" sz="1100" kern="1200" dirty="0">
                <a:solidFill>
                  <a:schemeClr val="tx1"/>
                </a:solidFill>
                <a:effectLst/>
                <a:latin typeface="+mn-lt"/>
                <a:ea typeface="+mn-ea"/>
                <a:cs typeface="+mn-cs"/>
              </a:rPr>
              <a:t>, Y., 2024. An application of statistical testing: A guide to basic parametric statistics in educational research using SPSS. ASEAN Journal of Science and Engineering, 4(3), pp.569-582.</a:t>
            </a:r>
          </a:p>
          <a:p>
            <a:r>
              <a:rPr lang="en-GB" sz="1100" kern="1200" dirty="0" err="1">
                <a:solidFill>
                  <a:schemeClr val="tx1"/>
                </a:solidFill>
                <a:effectLst/>
                <a:latin typeface="+mn-lt"/>
                <a:ea typeface="+mn-ea"/>
                <a:cs typeface="+mn-cs"/>
              </a:rPr>
              <a:t>Rahman</a:t>
            </a:r>
            <a:r>
              <a:rPr lang="en-GB" sz="1100" kern="1200" dirty="0">
                <a:solidFill>
                  <a:schemeClr val="tx1"/>
                </a:solidFill>
                <a:effectLst/>
                <a:latin typeface="+mn-lt"/>
                <a:ea typeface="+mn-ea"/>
                <a:cs typeface="+mn-cs"/>
              </a:rPr>
              <a:t>, A. and </a:t>
            </a:r>
            <a:r>
              <a:rPr lang="en-GB" sz="1100" kern="1200" dirty="0" err="1">
                <a:solidFill>
                  <a:schemeClr val="tx1"/>
                </a:solidFill>
                <a:effectLst/>
                <a:latin typeface="+mn-lt"/>
                <a:ea typeface="+mn-ea"/>
                <a:cs typeface="+mn-cs"/>
              </a:rPr>
              <a:t>Muktadir</a:t>
            </a:r>
            <a:r>
              <a:rPr lang="en-GB" sz="1100" kern="1200" dirty="0">
                <a:solidFill>
                  <a:schemeClr val="tx1"/>
                </a:solidFill>
                <a:effectLst/>
                <a:latin typeface="+mn-lt"/>
                <a:ea typeface="+mn-ea"/>
                <a:cs typeface="+mn-cs"/>
              </a:rPr>
              <a:t>, M.G., 2021. SPSS: An imperative quantitative data analysis tool for social science research. International Journal of Research and Innovation in Social Science, 5(10), pp.300-302.</a:t>
            </a:r>
          </a:p>
          <a:p>
            <a:r>
              <a:rPr lang="en-GB" sz="1100" kern="1200" dirty="0" err="1">
                <a:solidFill>
                  <a:schemeClr val="tx1"/>
                </a:solidFill>
                <a:effectLst/>
                <a:latin typeface="+mn-lt"/>
                <a:ea typeface="+mn-ea"/>
                <a:cs typeface="+mn-cs"/>
              </a:rPr>
              <a:t>Steleżuk</a:t>
            </a:r>
            <a:r>
              <a:rPr lang="en-GB" sz="1100" kern="1200" dirty="0">
                <a:solidFill>
                  <a:schemeClr val="tx1"/>
                </a:solidFill>
                <a:effectLst/>
                <a:latin typeface="+mn-lt"/>
                <a:ea typeface="+mn-ea"/>
                <a:cs typeface="+mn-cs"/>
              </a:rPr>
              <a:t>, A. and </a:t>
            </a:r>
            <a:r>
              <a:rPr lang="en-GB" sz="1100" kern="1200" dirty="0" err="1">
                <a:solidFill>
                  <a:schemeClr val="tx1"/>
                </a:solidFill>
                <a:effectLst/>
                <a:latin typeface="+mn-lt"/>
                <a:ea typeface="+mn-ea"/>
                <a:cs typeface="+mn-cs"/>
              </a:rPr>
              <a:t>Wolanin</a:t>
            </a:r>
            <a:r>
              <a:rPr lang="en-GB" sz="1100" kern="1200" dirty="0">
                <a:solidFill>
                  <a:schemeClr val="tx1"/>
                </a:solidFill>
                <a:effectLst/>
                <a:latin typeface="+mn-lt"/>
                <a:ea typeface="+mn-ea"/>
                <a:cs typeface="+mn-cs"/>
              </a:rPr>
              <a:t>, M., 2023. Primary research using quantitative methods in social sciences. </a:t>
            </a:r>
            <a:r>
              <a:rPr lang="en-GB" sz="1100" kern="1200" dirty="0" err="1">
                <a:solidFill>
                  <a:schemeClr val="tx1"/>
                </a:solidFill>
                <a:effectLst/>
                <a:latin typeface="+mn-lt"/>
                <a:ea typeface="+mn-ea"/>
                <a:cs typeface="+mn-cs"/>
              </a:rPr>
              <a:t>Zeszyty</a:t>
            </a:r>
            <a:r>
              <a:rPr lang="en-GB" sz="1100" kern="1200" dirty="0">
                <a:solidFill>
                  <a:schemeClr val="tx1"/>
                </a:solidFill>
                <a:effectLst/>
                <a:latin typeface="+mn-lt"/>
                <a:ea typeface="+mn-ea"/>
                <a:cs typeface="+mn-cs"/>
              </a:rPr>
              <a:t> </a:t>
            </a:r>
            <a:r>
              <a:rPr lang="en-GB" sz="1100" kern="1200" dirty="0" err="1">
                <a:solidFill>
                  <a:schemeClr val="tx1"/>
                </a:solidFill>
                <a:effectLst/>
                <a:latin typeface="+mn-lt"/>
                <a:ea typeface="+mn-ea"/>
                <a:cs typeface="+mn-cs"/>
              </a:rPr>
              <a:t>Naukowe</a:t>
            </a:r>
            <a:r>
              <a:rPr lang="en-GB" sz="1100" kern="1200" dirty="0">
                <a:solidFill>
                  <a:schemeClr val="tx1"/>
                </a:solidFill>
                <a:effectLst/>
                <a:latin typeface="+mn-lt"/>
                <a:ea typeface="+mn-ea"/>
                <a:cs typeface="+mn-cs"/>
              </a:rPr>
              <a:t> </a:t>
            </a:r>
            <a:r>
              <a:rPr lang="en-GB" sz="1100" kern="1200" dirty="0" err="1">
                <a:solidFill>
                  <a:schemeClr val="tx1"/>
                </a:solidFill>
                <a:effectLst/>
                <a:latin typeface="+mn-lt"/>
                <a:ea typeface="+mn-ea"/>
                <a:cs typeface="+mn-cs"/>
              </a:rPr>
              <a:t>Wyższej</a:t>
            </a:r>
            <a:r>
              <a:rPr lang="en-GB" sz="1100" kern="1200" dirty="0">
                <a:solidFill>
                  <a:schemeClr val="tx1"/>
                </a:solidFill>
                <a:effectLst/>
                <a:latin typeface="+mn-lt"/>
                <a:ea typeface="+mn-ea"/>
                <a:cs typeface="+mn-cs"/>
              </a:rPr>
              <a:t> </a:t>
            </a:r>
            <a:r>
              <a:rPr lang="en-GB" sz="1100" kern="1200" dirty="0" err="1">
                <a:solidFill>
                  <a:schemeClr val="tx1"/>
                </a:solidFill>
                <a:effectLst/>
                <a:latin typeface="+mn-lt"/>
                <a:ea typeface="+mn-ea"/>
                <a:cs typeface="+mn-cs"/>
              </a:rPr>
              <a:t>Szkoły</a:t>
            </a:r>
            <a:r>
              <a:rPr lang="en-GB" sz="1100" kern="1200" dirty="0">
                <a:solidFill>
                  <a:schemeClr val="tx1"/>
                </a:solidFill>
                <a:effectLst/>
                <a:latin typeface="+mn-lt"/>
                <a:ea typeface="+mn-ea"/>
                <a:cs typeface="+mn-cs"/>
              </a:rPr>
              <a:t> </a:t>
            </a:r>
            <a:r>
              <a:rPr lang="en-GB" sz="1100" kern="1200" dirty="0" err="1">
                <a:solidFill>
                  <a:schemeClr val="tx1"/>
                </a:solidFill>
                <a:effectLst/>
                <a:latin typeface="+mn-lt"/>
                <a:ea typeface="+mn-ea"/>
                <a:cs typeface="+mn-cs"/>
              </a:rPr>
              <a:t>Technicznej</a:t>
            </a:r>
            <a:r>
              <a:rPr lang="en-GB" sz="1100" kern="1200" dirty="0">
                <a:solidFill>
                  <a:schemeClr val="tx1"/>
                </a:solidFill>
                <a:effectLst/>
                <a:latin typeface="+mn-lt"/>
                <a:ea typeface="+mn-ea"/>
                <a:cs typeface="+mn-cs"/>
              </a:rPr>
              <a:t> w </a:t>
            </a:r>
            <a:r>
              <a:rPr lang="en-GB" sz="1100" kern="1200" dirty="0" err="1">
                <a:solidFill>
                  <a:schemeClr val="tx1"/>
                </a:solidFill>
                <a:effectLst/>
                <a:latin typeface="+mn-lt"/>
                <a:ea typeface="+mn-ea"/>
                <a:cs typeface="+mn-cs"/>
              </a:rPr>
              <a:t>Katowicach</a:t>
            </a:r>
            <a:r>
              <a:rPr lang="en-GB" sz="1100" kern="1200" dirty="0">
                <a:solidFill>
                  <a:schemeClr val="tx1"/>
                </a:solidFill>
                <a:effectLst/>
                <a:latin typeface="+mn-lt"/>
                <a:ea typeface="+mn-ea"/>
                <a:cs typeface="+mn-cs"/>
              </a:rPr>
              <a:t>, 16.</a:t>
            </a:r>
          </a:p>
          <a:p>
            <a:r>
              <a:rPr lang="en-GB" sz="1100" kern="1200" dirty="0" err="1">
                <a:solidFill>
                  <a:schemeClr val="tx1"/>
                </a:solidFill>
                <a:effectLst/>
                <a:latin typeface="+mn-lt"/>
                <a:ea typeface="+mn-ea"/>
                <a:cs typeface="+mn-cs"/>
              </a:rPr>
              <a:t>Younas</a:t>
            </a:r>
            <a:r>
              <a:rPr lang="en-GB" sz="1100" kern="1200" dirty="0">
                <a:solidFill>
                  <a:schemeClr val="tx1"/>
                </a:solidFill>
                <a:effectLst/>
                <a:latin typeface="+mn-lt"/>
                <a:ea typeface="+mn-ea"/>
                <a:cs typeface="+mn-cs"/>
              </a:rPr>
              <a:t>, A., </a:t>
            </a:r>
            <a:r>
              <a:rPr lang="en-GB" sz="1100" kern="1200" dirty="0" err="1">
                <a:solidFill>
                  <a:schemeClr val="tx1"/>
                </a:solidFill>
                <a:effectLst/>
                <a:latin typeface="+mn-lt"/>
                <a:ea typeface="+mn-ea"/>
                <a:cs typeface="+mn-cs"/>
              </a:rPr>
              <a:t>Fàbregues</a:t>
            </a:r>
            <a:r>
              <a:rPr lang="en-GB" sz="1100" kern="1200" dirty="0">
                <a:solidFill>
                  <a:schemeClr val="tx1"/>
                </a:solidFill>
                <a:effectLst/>
                <a:latin typeface="+mn-lt"/>
                <a:ea typeface="+mn-ea"/>
                <a:cs typeface="+mn-cs"/>
              </a:rPr>
              <a:t>, S., Durante, A., Escalante, E.L., </a:t>
            </a:r>
            <a:r>
              <a:rPr lang="en-GB" sz="1100" kern="1200" dirty="0" err="1">
                <a:solidFill>
                  <a:schemeClr val="tx1"/>
                </a:solidFill>
                <a:effectLst/>
                <a:latin typeface="+mn-lt"/>
                <a:ea typeface="+mn-ea"/>
                <a:cs typeface="+mn-cs"/>
              </a:rPr>
              <a:t>Inayat</a:t>
            </a:r>
            <a:r>
              <a:rPr lang="en-GB" sz="1100" kern="1200" dirty="0">
                <a:solidFill>
                  <a:schemeClr val="tx1"/>
                </a:solidFill>
                <a:effectLst/>
                <a:latin typeface="+mn-lt"/>
                <a:ea typeface="+mn-ea"/>
                <a:cs typeface="+mn-cs"/>
              </a:rPr>
              <a:t>, S. and Ali, P., 2023. Proposing the “MIRACLE” narrative framework for providing thick description in qualitative research. International Journal of Qualitative Methods, 22, p.16094069221147162.</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a:xfrm>
            <a:off x="3884613" y="8685213"/>
            <a:ext cx="2971800" cy="457200"/>
          </a:xfrm>
          <a:prstGeom prst="rect">
            <a:avLst/>
          </a:prstGeom>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629627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83731881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6"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TextBox 7">
            <a:extLst>
              <a:ext uri="{FF2B5EF4-FFF2-40B4-BE49-F238E27FC236}">
                <a16:creationId xmlns:a16="http://schemas.microsoft.com/office/drawing/2014/main" id="{CAFD5C5D-0045-4609-91D8-BB8503E64B4D}"/>
              </a:ext>
            </a:extLst>
          </p:cNvPr>
          <p:cNvSpPr txBox="1"/>
          <p:nvPr userDrawn="1"/>
        </p:nvSpPr>
        <p:spPr>
          <a:xfrm>
            <a:off x="2971801" y="2286000"/>
            <a:ext cx="184731" cy="271934"/>
          </a:xfrm>
          <a:prstGeom prst="rect">
            <a:avLst/>
          </a:prstGeom>
          <a:noFill/>
        </p:spPr>
        <p:txBody>
          <a:bodyPr wrap="none">
            <a:spAutoFit/>
          </a:bodyPr>
          <a:lstStyle/>
          <a:p>
            <a:pPr>
              <a:defRPr/>
            </a:pPr>
            <a:endParaRPr lang="en-US" sz="1167" dirty="0"/>
          </a:p>
        </p:txBody>
      </p:sp>
      <p:sp>
        <p:nvSpPr>
          <p:cNvPr id="9" name="Rectangle 2">
            <a:extLst>
              <a:ext uri="{FF2B5EF4-FFF2-40B4-BE49-F238E27FC236}">
                <a16:creationId xmlns:a16="http://schemas.microsoft.com/office/drawing/2014/main" id="{7C1A3E22-F6D5-4E32-ACC1-2A4EE5582AAF}"/>
              </a:ext>
            </a:extLst>
          </p:cNvPr>
          <p:cNvSpPr txBox="1">
            <a:spLocks noChangeArrowheads="1"/>
          </p:cNvSpPr>
          <p:nvPr userDrawn="1"/>
        </p:nvSpPr>
        <p:spPr>
          <a:xfrm>
            <a:off x="177800" y="127000"/>
            <a:ext cx="8686800" cy="1113367"/>
          </a:xfrm>
          <a:prstGeom prst="rect">
            <a:avLst/>
          </a:prstGeom>
          <a:gradFill flip="none" rotWithShape="1">
            <a:gsLst>
              <a:gs pos="0">
                <a:srgbClr val="003300"/>
              </a:gs>
              <a:gs pos="100000">
                <a:schemeClr val="accent1">
                  <a:shade val="67500"/>
                  <a:satMod val="115000"/>
                  <a:lumMod val="92000"/>
                  <a:alpha val="82000"/>
                </a:schemeClr>
              </a:gs>
              <a:gs pos="100000">
                <a:schemeClr val="accent1">
                  <a:shade val="100000"/>
                  <a:satMod val="115000"/>
                </a:schemeClr>
              </a:gs>
            </a:gsLst>
            <a:lin ang="2700000" scaled="1"/>
            <a:tileRect/>
          </a:gradFill>
          <a:ln cap="sq">
            <a:noFill/>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rtl="0" eaLnBrk="0" fontAlgn="base" hangingPunct="0">
              <a:spcBef>
                <a:spcPct val="0"/>
              </a:spcBef>
              <a:spcAft>
                <a:spcPct val="0"/>
              </a:spcAft>
              <a:defRPr sz="3600" b="1">
                <a:solidFill>
                  <a:schemeClr val="bg2">
                    <a:lumMod val="20000"/>
                    <a:lumOff val="80000"/>
                  </a:schemeClr>
                </a:solidFill>
                <a:latin typeface="Arial Black" pitchFamily="34" charset="0"/>
                <a:ea typeface="+mj-ea"/>
                <a:cs typeface="+mj-cs"/>
              </a:defRPr>
            </a:lvl1pPr>
            <a:lvl2pPr algn="ctr" rtl="0" eaLnBrk="0" fontAlgn="base" hangingPunct="0">
              <a:spcBef>
                <a:spcPct val="0"/>
              </a:spcBef>
              <a:spcAft>
                <a:spcPct val="0"/>
              </a:spcAft>
              <a:defRPr sz="3600" b="1">
                <a:solidFill>
                  <a:srgbClr val="E6E6E6"/>
                </a:solidFill>
                <a:latin typeface="Arial Narrow" pitchFamily="34" charset="0"/>
              </a:defRPr>
            </a:lvl2pPr>
            <a:lvl3pPr algn="ctr" rtl="0" eaLnBrk="0" fontAlgn="base" hangingPunct="0">
              <a:spcBef>
                <a:spcPct val="0"/>
              </a:spcBef>
              <a:spcAft>
                <a:spcPct val="0"/>
              </a:spcAft>
              <a:defRPr sz="3600" b="1">
                <a:solidFill>
                  <a:srgbClr val="E6E6E6"/>
                </a:solidFill>
                <a:latin typeface="Arial Narrow" pitchFamily="34" charset="0"/>
              </a:defRPr>
            </a:lvl3pPr>
            <a:lvl4pPr algn="ctr" rtl="0" eaLnBrk="0" fontAlgn="base" hangingPunct="0">
              <a:spcBef>
                <a:spcPct val="0"/>
              </a:spcBef>
              <a:spcAft>
                <a:spcPct val="0"/>
              </a:spcAft>
              <a:defRPr sz="3600" b="1">
                <a:solidFill>
                  <a:srgbClr val="E6E6E6"/>
                </a:solidFill>
                <a:latin typeface="Arial Narrow" pitchFamily="34" charset="0"/>
              </a:defRPr>
            </a:lvl4pPr>
            <a:lvl5pPr algn="ctr" rtl="0" eaLnBrk="0" fontAlgn="base" hangingPunct="0">
              <a:spcBef>
                <a:spcPct val="0"/>
              </a:spcBef>
              <a:spcAft>
                <a:spcPct val="0"/>
              </a:spcAft>
              <a:defRPr sz="3600" b="1">
                <a:solidFill>
                  <a:srgbClr val="E6E6E6"/>
                </a:solidFill>
                <a:latin typeface="Arial Narrow" pitchFamily="34" charset="0"/>
              </a:defRPr>
            </a:lvl5pPr>
            <a:lvl6pPr marL="457200" algn="ctr" rtl="0" fontAlgn="base">
              <a:spcBef>
                <a:spcPct val="0"/>
              </a:spcBef>
              <a:spcAft>
                <a:spcPct val="0"/>
              </a:spcAft>
              <a:defRPr sz="3600" b="1">
                <a:solidFill>
                  <a:schemeClr val="tx2"/>
                </a:solidFill>
                <a:latin typeface="Arial Narrow" pitchFamily="34" charset="0"/>
              </a:defRPr>
            </a:lvl6pPr>
            <a:lvl7pPr marL="914400" algn="ctr" rtl="0" fontAlgn="base">
              <a:spcBef>
                <a:spcPct val="0"/>
              </a:spcBef>
              <a:spcAft>
                <a:spcPct val="0"/>
              </a:spcAft>
              <a:defRPr sz="3600" b="1">
                <a:solidFill>
                  <a:schemeClr val="tx2"/>
                </a:solidFill>
                <a:latin typeface="Arial Narrow" pitchFamily="34" charset="0"/>
              </a:defRPr>
            </a:lvl7pPr>
            <a:lvl8pPr marL="1371600" algn="ctr" rtl="0" fontAlgn="base">
              <a:spcBef>
                <a:spcPct val="0"/>
              </a:spcBef>
              <a:spcAft>
                <a:spcPct val="0"/>
              </a:spcAft>
              <a:defRPr sz="3600" b="1">
                <a:solidFill>
                  <a:schemeClr val="tx2"/>
                </a:solidFill>
                <a:latin typeface="Arial Narrow" pitchFamily="34" charset="0"/>
              </a:defRPr>
            </a:lvl8pPr>
            <a:lvl9pPr marL="1828800" algn="ctr" rtl="0" fontAlgn="base">
              <a:spcBef>
                <a:spcPct val="0"/>
              </a:spcBef>
              <a:spcAft>
                <a:spcPct val="0"/>
              </a:spcAft>
              <a:defRPr sz="3600" b="1">
                <a:solidFill>
                  <a:schemeClr val="tx2"/>
                </a:solidFill>
                <a:latin typeface="Arial Narrow" pitchFamily="34" charset="0"/>
              </a:defRPr>
            </a:lvl9pPr>
          </a:lstStyle>
          <a:p>
            <a:pPr>
              <a:defRPr/>
            </a:pPr>
            <a:endParaRPr lang="en-US" sz="4000" dirty="0">
              <a:latin typeface="+mj-lt"/>
            </a:endParaRPr>
          </a:p>
        </p:txBody>
      </p:sp>
      <p:sp>
        <p:nvSpPr>
          <p:cNvPr id="10" name="Rectangle 2">
            <a:extLst>
              <a:ext uri="{FF2B5EF4-FFF2-40B4-BE49-F238E27FC236}">
                <a16:creationId xmlns:a16="http://schemas.microsoft.com/office/drawing/2014/main" id="{9CC1E626-F3A1-4353-B04E-38084E5A3EE2}"/>
              </a:ext>
            </a:extLst>
          </p:cNvPr>
          <p:cNvSpPr txBox="1">
            <a:spLocks noChangeArrowheads="1"/>
          </p:cNvSpPr>
          <p:nvPr userDrawn="1"/>
        </p:nvSpPr>
        <p:spPr>
          <a:xfrm>
            <a:off x="172720" y="143933"/>
            <a:ext cx="8686800" cy="1113367"/>
          </a:xfrm>
          <a:prstGeom prst="rect">
            <a:avLst/>
          </a:prstGeom>
          <a:gradFill flip="none" rotWithShape="1">
            <a:gsLst>
              <a:gs pos="0">
                <a:srgbClr val="003300"/>
              </a:gs>
              <a:gs pos="100000">
                <a:schemeClr val="accent1">
                  <a:shade val="67500"/>
                  <a:satMod val="115000"/>
                  <a:lumMod val="92000"/>
                  <a:alpha val="82000"/>
                </a:schemeClr>
              </a:gs>
              <a:gs pos="100000">
                <a:schemeClr val="accent1">
                  <a:shade val="100000"/>
                  <a:satMod val="115000"/>
                </a:schemeClr>
              </a:gs>
            </a:gsLst>
            <a:lin ang="2700000" scaled="1"/>
            <a:tileRect/>
          </a:gradFill>
          <a:ln cap="sq">
            <a:noFill/>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rtl="0" eaLnBrk="0" fontAlgn="base" hangingPunct="0">
              <a:spcBef>
                <a:spcPct val="0"/>
              </a:spcBef>
              <a:spcAft>
                <a:spcPct val="0"/>
              </a:spcAft>
              <a:defRPr sz="3600" b="1">
                <a:solidFill>
                  <a:schemeClr val="bg2">
                    <a:lumMod val="20000"/>
                    <a:lumOff val="80000"/>
                  </a:schemeClr>
                </a:solidFill>
                <a:latin typeface="Arial Black" pitchFamily="34" charset="0"/>
                <a:ea typeface="+mj-ea"/>
                <a:cs typeface="+mj-cs"/>
              </a:defRPr>
            </a:lvl1pPr>
            <a:lvl2pPr algn="ctr" rtl="0" eaLnBrk="0" fontAlgn="base" hangingPunct="0">
              <a:spcBef>
                <a:spcPct val="0"/>
              </a:spcBef>
              <a:spcAft>
                <a:spcPct val="0"/>
              </a:spcAft>
              <a:defRPr sz="3600" b="1">
                <a:solidFill>
                  <a:srgbClr val="E6E6E6"/>
                </a:solidFill>
                <a:latin typeface="Arial Narrow" pitchFamily="34" charset="0"/>
              </a:defRPr>
            </a:lvl2pPr>
            <a:lvl3pPr algn="ctr" rtl="0" eaLnBrk="0" fontAlgn="base" hangingPunct="0">
              <a:spcBef>
                <a:spcPct val="0"/>
              </a:spcBef>
              <a:spcAft>
                <a:spcPct val="0"/>
              </a:spcAft>
              <a:defRPr sz="3600" b="1">
                <a:solidFill>
                  <a:srgbClr val="E6E6E6"/>
                </a:solidFill>
                <a:latin typeface="Arial Narrow" pitchFamily="34" charset="0"/>
              </a:defRPr>
            </a:lvl3pPr>
            <a:lvl4pPr algn="ctr" rtl="0" eaLnBrk="0" fontAlgn="base" hangingPunct="0">
              <a:spcBef>
                <a:spcPct val="0"/>
              </a:spcBef>
              <a:spcAft>
                <a:spcPct val="0"/>
              </a:spcAft>
              <a:defRPr sz="3600" b="1">
                <a:solidFill>
                  <a:srgbClr val="E6E6E6"/>
                </a:solidFill>
                <a:latin typeface="Arial Narrow" pitchFamily="34" charset="0"/>
              </a:defRPr>
            </a:lvl4pPr>
            <a:lvl5pPr algn="ctr" rtl="0" eaLnBrk="0" fontAlgn="base" hangingPunct="0">
              <a:spcBef>
                <a:spcPct val="0"/>
              </a:spcBef>
              <a:spcAft>
                <a:spcPct val="0"/>
              </a:spcAft>
              <a:defRPr sz="3600" b="1">
                <a:solidFill>
                  <a:srgbClr val="E6E6E6"/>
                </a:solidFill>
                <a:latin typeface="Arial Narrow" pitchFamily="34" charset="0"/>
              </a:defRPr>
            </a:lvl5pPr>
            <a:lvl6pPr marL="457200" algn="ctr" rtl="0" fontAlgn="base">
              <a:spcBef>
                <a:spcPct val="0"/>
              </a:spcBef>
              <a:spcAft>
                <a:spcPct val="0"/>
              </a:spcAft>
              <a:defRPr sz="3600" b="1">
                <a:solidFill>
                  <a:schemeClr val="tx2"/>
                </a:solidFill>
                <a:latin typeface="Arial Narrow" pitchFamily="34" charset="0"/>
              </a:defRPr>
            </a:lvl6pPr>
            <a:lvl7pPr marL="914400" algn="ctr" rtl="0" fontAlgn="base">
              <a:spcBef>
                <a:spcPct val="0"/>
              </a:spcBef>
              <a:spcAft>
                <a:spcPct val="0"/>
              </a:spcAft>
              <a:defRPr sz="3600" b="1">
                <a:solidFill>
                  <a:schemeClr val="tx2"/>
                </a:solidFill>
                <a:latin typeface="Arial Narrow" pitchFamily="34" charset="0"/>
              </a:defRPr>
            </a:lvl7pPr>
            <a:lvl8pPr marL="1371600" algn="ctr" rtl="0" fontAlgn="base">
              <a:spcBef>
                <a:spcPct val="0"/>
              </a:spcBef>
              <a:spcAft>
                <a:spcPct val="0"/>
              </a:spcAft>
              <a:defRPr sz="3600" b="1">
                <a:solidFill>
                  <a:schemeClr val="tx2"/>
                </a:solidFill>
                <a:latin typeface="Arial Narrow" pitchFamily="34" charset="0"/>
              </a:defRPr>
            </a:lvl8pPr>
            <a:lvl9pPr marL="1828800" algn="ctr" rtl="0" fontAlgn="base">
              <a:spcBef>
                <a:spcPct val="0"/>
              </a:spcBef>
              <a:spcAft>
                <a:spcPct val="0"/>
              </a:spcAft>
              <a:defRPr sz="3600" b="1">
                <a:solidFill>
                  <a:schemeClr val="tx2"/>
                </a:solidFill>
                <a:latin typeface="Arial Narrow" pitchFamily="34" charset="0"/>
              </a:defRPr>
            </a:lvl9pPr>
          </a:lstStyle>
          <a:p>
            <a:pPr>
              <a:defRPr/>
            </a:pPr>
            <a:endParaRPr lang="en-US" sz="4000" dirty="0">
              <a:latin typeface="+mj-lt"/>
            </a:endParaRPr>
          </a:p>
        </p:txBody>
      </p:sp>
      <p:sp>
        <p:nvSpPr>
          <p:cNvPr id="11" name="Text Box 12">
            <a:extLst>
              <a:ext uri="{FF2B5EF4-FFF2-40B4-BE49-F238E27FC236}">
                <a16:creationId xmlns:a16="http://schemas.microsoft.com/office/drawing/2014/main" id="{DF93F836-134C-4837-99DB-0FC0E61E3119}"/>
              </a:ext>
            </a:extLst>
          </p:cNvPr>
          <p:cNvSpPr txBox="1">
            <a:spLocks noChangeArrowheads="1"/>
          </p:cNvSpPr>
          <p:nvPr userDrawn="1"/>
        </p:nvSpPr>
        <p:spPr bwMode="auto">
          <a:xfrm>
            <a:off x="8334376" y="5486136"/>
            <a:ext cx="809625" cy="220510"/>
          </a:xfrm>
          <a:prstGeom prst="rect">
            <a:avLst/>
          </a:prstGeom>
          <a:noFill/>
          <a:ln w="9525">
            <a:noFill/>
            <a:miter lim="800000"/>
            <a:headEnd/>
            <a:tailEnd/>
          </a:ln>
          <a:effectLst/>
        </p:spPr>
        <p:txBody>
          <a:bodyPr>
            <a:spAutoFit/>
          </a:bodyPr>
          <a:lstStyle/>
          <a:p>
            <a:pPr algn="r">
              <a:defRPr/>
            </a:pPr>
            <a:r>
              <a:rPr lang="en-US" sz="833" b="1">
                <a:latin typeface="Times New Roman" pitchFamily="18" charset="0"/>
                <a:ea typeface="ＭＳ Ｐゴシック"/>
                <a:cs typeface="ＭＳ Ｐゴシック"/>
              </a:rPr>
              <a:t>13-</a:t>
            </a:r>
            <a:fld id="{DCCE92F1-67EB-4E57-A308-6E711EBD55AA}" type="slidenum">
              <a:rPr lang="en-US" sz="833" b="1">
                <a:latin typeface="Times New Roman" pitchFamily="18" charset="0"/>
                <a:ea typeface="ＭＳ Ｐゴシック"/>
                <a:cs typeface="ＭＳ Ｐゴシック"/>
              </a:rPr>
              <a:pPr algn="r">
                <a:defRPr/>
              </a:pPr>
              <a:t>‹#›</a:t>
            </a:fld>
            <a:endParaRPr lang="en-US" sz="833" b="1">
              <a:latin typeface="Times New Roman" pitchFamily="18" charset="0"/>
              <a:ea typeface="ＭＳ Ｐゴシック"/>
              <a:cs typeface="ＭＳ Ｐゴシック"/>
            </a:endParaRPr>
          </a:p>
        </p:txBody>
      </p:sp>
    </p:spTree>
    <p:extLst>
      <p:ext uri="{BB962C8B-B14F-4D97-AF65-F5344CB8AC3E}">
        <p14:creationId xmlns:p14="http://schemas.microsoft.com/office/powerpoint/2010/main" val="2302716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pPr marL="0" lvl="0" indent="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3247498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pPr marL="0" lvl="0" indent="0">
              <a:spcBef>
                <a:spcPts val="0"/>
              </a:spcBef>
              <a:spcAft>
                <a:spcPts val="0"/>
              </a:spcAft>
              <a:buNone/>
            </a:pPr>
            <a:fld id="{00000000-1234-1234-1234-123412341234}" type="slidenum">
              <a:rPr lang="en-GB" smtClean="0"/>
              <a:t>‹#›</a:t>
            </a:fld>
            <a:endParaRPr lang="en-GB"/>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98354345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2" name="Shape 12"/>
          <p:cNvSpPr txBox="1">
            <a:spLocks noGrp="1"/>
          </p:cNvSpPr>
          <p:nvPr>
            <p:ph type="ctrTitle"/>
          </p:nvPr>
        </p:nvSpPr>
        <p:spPr>
          <a:xfrm>
            <a:off x="3044700" y="1604728"/>
            <a:ext cx="3054600" cy="1707900"/>
          </a:xfrm>
          <a:prstGeom prst="rect">
            <a:avLst/>
          </a:prstGeom>
        </p:spPr>
        <p:txBody>
          <a:bodyPr spcFirstLastPara="1" wrap="square" lIns="91425" tIns="91425" rIns="91425" bIns="91425" anchor="b" anchorCtr="0"/>
          <a:lstStyle>
            <a:lvl1pPr lvl="0" algn="ctr">
              <a:spcBef>
                <a:spcPts val="0"/>
              </a:spcBef>
              <a:spcAft>
                <a:spcPts val="0"/>
              </a:spcAft>
              <a:buSzPts val="3000"/>
              <a:buFont typeface="Gill Sans"/>
              <a:buNone/>
              <a:defRPr sz="3000">
                <a:latin typeface="Gill Sans"/>
                <a:ea typeface="Gill Sans"/>
                <a:cs typeface="Gill Sans"/>
                <a:sym typeface="Gill Sans"/>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Shape 13"/>
          <p:cNvSpPr txBox="1">
            <a:spLocks noGrp="1"/>
          </p:cNvSpPr>
          <p:nvPr>
            <p:ph type="subTitle" idx="1"/>
          </p:nvPr>
        </p:nvSpPr>
        <p:spPr>
          <a:xfrm>
            <a:off x="3044700" y="3462867"/>
            <a:ext cx="3054600" cy="7794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Font typeface="Gill Sans"/>
              <a:buNone/>
              <a:defRPr sz="2100">
                <a:latin typeface="Gill Sans"/>
                <a:ea typeface="Gill Sans"/>
                <a:cs typeface="Gill Sans"/>
                <a:sym typeface="Gill Sans"/>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Shape 14"/>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27065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357633" y="1521354"/>
            <a:ext cx="2508398" cy="3626115"/>
          </a:xfrm>
        </p:spPr>
        <p:txBody>
          <a:bodyPr/>
          <a:lstStyle>
            <a:lvl1pPr>
              <a:spcAft>
                <a:spcPts val="600"/>
              </a:spcAft>
              <a:defRPr sz="180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3317801" y="1524198"/>
            <a:ext cx="2508398" cy="3626115"/>
          </a:xfrm>
        </p:spPr>
        <p:txBody>
          <a:bodyPr/>
          <a:lstStyle>
            <a:lvl1pPr>
              <a:spcAft>
                <a:spcPts val="600"/>
              </a:spcAft>
              <a:defRPr sz="180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sp>
        <p:nvSpPr>
          <p:cNvPr id="4" name="Content Placeholder Right"/>
          <p:cNvSpPr>
            <a:spLocks noGrp="1"/>
          </p:cNvSpPr>
          <p:nvPr>
            <p:ph sz="half" idx="2" hasCustomPrompt="1"/>
          </p:nvPr>
        </p:nvSpPr>
        <p:spPr>
          <a:xfrm>
            <a:off x="6277969" y="1521354"/>
            <a:ext cx="2508398" cy="3626115"/>
          </a:xfrm>
        </p:spPr>
        <p:txBody>
          <a:bodyPr/>
          <a:lstStyle>
            <a:lvl1pPr>
              <a:spcAft>
                <a:spcPts val="600"/>
              </a:spcAft>
              <a:defRPr sz="180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180229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ig number">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311700" y="1063472"/>
            <a:ext cx="8520600" cy="2365200"/>
          </a:xfrm>
          <a:prstGeom prst="rect">
            <a:avLst/>
          </a:prstGeom>
        </p:spPr>
        <p:txBody>
          <a:bodyPr spcFirstLastPara="1" wrap="square" lIns="91425" tIns="91425" rIns="91425" bIns="91425" anchor="ctr" anchorCtr="0"/>
          <a:lstStyle>
            <a:lvl1pPr lvl="0" algn="ctr">
              <a:spcBef>
                <a:spcPts val="0"/>
              </a:spcBef>
              <a:spcAft>
                <a:spcPts val="0"/>
              </a:spcAft>
              <a:buClr>
                <a:srgbClr val="CC0000"/>
              </a:buClr>
              <a:buSzPts val="16000"/>
              <a:buNone/>
              <a:defRPr sz="16000">
                <a:solidFill>
                  <a:srgbClr val="CC0000"/>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endParaRPr/>
          </a:p>
        </p:txBody>
      </p:sp>
      <p:sp>
        <p:nvSpPr>
          <p:cNvPr id="63" name="Shape 63"/>
          <p:cNvSpPr txBox="1">
            <a:spLocks noGrp="1"/>
          </p:cNvSpPr>
          <p:nvPr>
            <p:ph type="body" idx="1"/>
          </p:nvPr>
        </p:nvSpPr>
        <p:spPr>
          <a:xfrm>
            <a:off x="311700" y="3513333"/>
            <a:ext cx="8520600" cy="11907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4" name="Shape 64"/>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27726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2971801" y="2286000"/>
            <a:ext cx="184731" cy="271934"/>
          </a:xfrm>
          <a:prstGeom prst="rect">
            <a:avLst/>
          </a:prstGeom>
          <a:noFill/>
        </p:spPr>
        <p:txBody>
          <a:bodyPr wrap="none">
            <a:spAutoFit/>
          </a:bodyPr>
          <a:lstStyle/>
          <a:p>
            <a:pPr>
              <a:defRPr/>
            </a:pPr>
            <a:endParaRPr lang="en-US" sz="1167" dirty="0"/>
          </a:p>
        </p:txBody>
      </p:sp>
      <p:sp>
        <p:nvSpPr>
          <p:cNvPr id="5" name="Rectangle 2"/>
          <p:cNvSpPr txBox="1">
            <a:spLocks noChangeArrowheads="1"/>
          </p:cNvSpPr>
          <p:nvPr userDrawn="1"/>
        </p:nvSpPr>
        <p:spPr>
          <a:xfrm>
            <a:off x="177800" y="127000"/>
            <a:ext cx="8686800" cy="1113367"/>
          </a:xfrm>
          <a:prstGeom prst="rect">
            <a:avLst/>
          </a:prstGeom>
          <a:gradFill flip="none" rotWithShape="1">
            <a:gsLst>
              <a:gs pos="0">
                <a:srgbClr val="003300"/>
              </a:gs>
              <a:gs pos="100000">
                <a:schemeClr val="accent1">
                  <a:shade val="67500"/>
                  <a:satMod val="115000"/>
                  <a:lumMod val="92000"/>
                  <a:alpha val="82000"/>
                </a:schemeClr>
              </a:gs>
              <a:gs pos="100000">
                <a:schemeClr val="accent1">
                  <a:shade val="100000"/>
                  <a:satMod val="115000"/>
                </a:schemeClr>
              </a:gs>
            </a:gsLst>
            <a:lin ang="2700000" scaled="1"/>
            <a:tileRect/>
          </a:gradFill>
          <a:ln cap="sq">
            <a:noFill/>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rtl="0" eaLnBrk="0" fontAlgn="base" hangingPunct="0">
              <a:spcBef>
                <a:spcPct val="0"/>
              </a:spcBef>
              <a:spcAft>
                <a:spcPct val="0"/>
              </a:spcAft>
              <a:defRPr sz="3600" b="1">
                <a:solidFill>
                  <a:schemeClr val="bg2">
                    <a:lumMod val="20000"/>
                    <a:lumOff val="80000"/>
                  </a:schemeClr>
                </a:solidFill>
                <a:latin typeface="Arial Black" pitchFamily="34" charset="0"/>
                <a:ea typeface="+mj-ea"/>
                <a:cs typeface="+mj-cs"/>
              </a:defRPr>
            </a:lvl1pPr>
            <a:lvl2pPr algn="ctr" rtl="0" eaLnBrk="0" fontAlgn="base" hangingPunct="0">
              <a:spcBef>
                <a:spcPct val="0"/>
              </a:spcBef>
              <a:spcAft>
                <a:spcPct val="0"/>
              </a:spcAft>
              <a:defRPr sz="3600" b="1">
                <a:solidFill>
                  <a:srgbClr val="E6E6E6"/>
                </a:solidFill>
                <a:latin typeface="Arial Narrow" pitchFamily="34" charset="0"/>
              </a:defRPr>
            </a:lvl2pPr>
            <a:lvl3pPr algn="ctr" rtl="0" eaLnBrk="0" fontAlgn="base" hangingPunct="0">
              <a:spcBef>
                <a:spcPct val="0"/>
              </a:spcBef>
              <a:spcAft>
                <a:spcPct val="0"/>
              </a:spcAft>
              <a:defRPr sz="3600" b="1">
                <a:solidFill>
                  <a:srgbClr val="E6E6E6"/>
                </a:solidFill>
                <a:latin typeface="Arial Narrow" pitchFamily="34" charset="0"/>
              </a:defRPr>
            </a:lvl3pPr>
            <a:lvl4pPr algn="ctr" rtl="0" eaLnBrk="0" fontAlgn="base" hangingPunct="0">
              <a:spcBef>
                <a:spcPct val="0"/>
              </a:spcBef>
              <a:spcAft>
                <a:spcPct val="0"/>
              </a:spcAft>
              <a:defRPr sz="3600" b="1">
                <a:solidFill>
                  <a:srgbClr val="E6E6E6"/>
                </a:solidFill>
                <a:latin typeface="Arial Narrow" pitchFamily="34" charset="0"/>
              </a:defRPr>
            </a:lvl4pPr>
            <a:lvl5pPr algn="ctr" rtl="0" eaLnBrk="0" fontAlgn="base" hangingPunct="0">
              <a:spcBef>
                <a:spcPct val="0"/>
              </a:spcBef>
              <a:spcAft>
                <a:spcPct val="0"/>
              </a:spcAft>
              <a:defRPr sz="3600" b="1">
                <a:solidFill>
                  <a:srgbClr val="E6E6E6"/>
                </a:solidFill>
                <a:latin typeface="Arial Narrow" pitchFamily="34" charset="0"/>
              </a:defRPr>
            </a:lvl5pPr>
            <a:lvl6pPr marL="457200" algn="ctr" rtl="0" fontAlgn="base">
              <a:spcBef>
                <a:spcPct val="0"/>
              </a:spcBef>
              <a:spcAft>
                <a:spcPct val="0"/>
              </a:spcAft>
              <a:defRPr sz="3600" b="1">
                <a:solidFill>
                  <a:schemeClr val="tx2"/>
                </a:solidFill>
                <a:latin typeface="Arial Narrow" pitchFamily="34" charset="0"/>
              </a:defRPr>
            </a:lvl6pPr>
            <a:lvl7pPr marL="914400" algn="ctr" rtl="0" fontAlgn="base">
              <a:spcBef>
                <a:spcPct val="0"/>
              </a:spcBef>
              <a:spcAft>
                <a:spcPct val="0"/>
              </a:spcAft>
              <a:defRPr sz="3600" b="1">
                <a:solidFill>
                  <a:schemeClr val="tx2"/>
                </a:solidFill>
                <a:latin typeface="Arial Narrow" pitchFamily="34" charset="0"/>
              </a:defRPr>
            </a:lvl7pPr>
            <a:lvl8pPr marL="1371600" algn="ctr" rtl="0" fontAlgn="base">
              <a:spcBef>
                <a:spcPct val="0"/>
              </a:spcBef>
              <a:spcAft>
                <a:spcPct val="0"/>
              </a:spcAft>
              <a:defRPr sz="3600" b="1">
                <a:solidFill>
                  <a:schemeClr val="tx2"/>
                </a:solidFill>
                <a:latin typeface="Arial Narrow" pitchFamily="34" charset="0"/>
              </a:defRPr>
            </a:lvl8pPr>
            <a:lvl9pPr marL="1828800" algn="ctr" rtl="0" fontAlgn="base">
              <a:spcBef>
                <a:spcPct val="0"/>
              </a:spcBef>
              <a:spcAft>
                <a:spcPct val="0"/>
              </a:spcAft>
              <a:defRPr sz="3600" b="1">
                <a:solidFill>
                  <a:schemeClr val="tx2"/>
                </a:solidFill>
                <a:latin typeface="Arial Narrow" pitchFamily="34" charset="0"/>
              </a:defRPr>
            </a:lvl9pPr>
          </a:lstStyle>
          <a:p>
            <a:pPr>
              <a:defRPr/>
            </a:pPr>
            <a:endParaRPr lang="en-US" sz="4000" dirty="0">
              <a:latin typeface="+mj-lt"/>
            </a:endParaRPr>
          </a:p>
        </p:txBody>
      </p:sp>
      <p:sp>
        <p:nvSpPr>
          <p:cNvPr id="6" name="Rectangle 2"/>
          <p:cNvSpPr txBox="1">
            <a:spLocks noChangeArrowheads="1"/>
          </p:cNvSpPr>
          <p:nvPr userDrawn="1"/>
        </p:nvSpPr>
        <p:spPr>
          <a:xfrm>
            <a:off x="172720" y="143933"/>
            <a:ext cx="8686800" cy="1113367"/>
          </a:xfrm>
          <a:prstGeom prst="rect">
            <a:avLst/>
          </a:prstGeom>
          <a:gradFill flip="none" rotWithShape="1">
            <a:gsLst>
              <a:gs pos="0">
                <a:srgbClr val="003300"/>
              </a:gs>
              <a:gs pos="100000">
                <a:schemeClr val="accent1">
                  <a:shade val="67500"/>
                  <a:satMod val="115000"/>
                  <a:lumMod val="92000"/>
                  <a:alpha val="82000"/>
                </a:schemeClr>
              </a:gs>
              <a:gs pos="100000">
                <a:schemeClr val="accent1">
                  <a:shade val="100000"/>
                  <a:satMod val="115000"/>
                </a:schemeClr>
              </a:gs>
            </a:gsLst>
            <a:lin ang="2700000" scaled="1"/>
            <a:tileRect/>
          </a:gradFill>
          <a:ln cap="sq">
            <a:noFill/>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rtl="0" eaLnBrk="0" fontAlgn="base" hangingPunct="0">
              <a:spcBef>
                <a:spcPct val="0"/>
              </a:spcBef>
              <a:spcAft>
                <a:spcPct val="0"/>
              </a:spcAft>
              <a:defRPr sz="3600" b="1">
                <a:solidFill>
                  <a:schemeClr val="bg2">
                    <a:lumMod val="20000"/>
                    <a:lumOff val="80000"/>
                  </a:schemeClr>
                </a:solidFill>
                <a:latin typeface="Arial Black" pitchFamily="34" charset="0"/>
                <a:ea typeface="+mj-ea"/>
                <a:cs typeface="+mj-cs"/>
              </a:defRPr>
            </a:lvl1pPr>
            <a:lvl2pPr algn="ctr" rtl="0" eaLnBrk="0" fontAlgn="base" hangingPunct="0">
              <a:spcBef>
                <a:spcPct val="0"/>
              </a:spcBef>
              <a:spcAft>
                <a:spcPct val="0"/>
              </a:spcAft>
              <a:defRPr sz="3600" b="1">
                <a:solidFill>
                  <a:srgbClr val="E6E6E6"/>
                </a:solidFill>
                <a:latin typeface="Arial Narrow" pitchFamily="34" charset="0"/>
              </a:defRPr>
            </a:lvl2pPr>
            <a:lvl3pPr algn="ctr" rtl="0" eaLnBrk="0" fontAlgn="base" hangingPunct="0">
              <a:spcBef>
                <a:spcPct val="0"/>
              </a:spcBef>
              <a:spcAft>
                <a:spcPct val="0"/>
              </a:spcAft>
              <a:defRPr sz="3600" b="1">
                <a:solidFill>
                  <a:srgbClr val="E6E6E6"/>
                </a:solidFill>
                <a:latin typeface="Arial Narrow" pitchFamily="34" charset="0"/>
              </a:defRPr>
            </a:lvl3pPr>
            <a:lvl4pPr algn="ctr" rtl="0" eaLnBrk="0" fontAlgn="base" hangingPunct="0">
              <a:spcBef>
                <a:spcPct val="0"/>
              </a:spcBef>
              <a:spcAft>
                <a:spcPct val="0"/>
              </a:spcAft>
              <a:defRPr sz="3600" b="1">
                <a:solidFill>
                  <a:srgbClr val="E6E6E6"/>
                </a:solidFill>
                <a:latin typeface="Arial Narrow" pitchFamily="34" charset="0"/>
              </a:defRPr>
            </a:lvl4pPr>
            <a:lvl5pPr algn="ctr" rtl="0" eaLnBrk="0" fontAlgn="base" hangingPunct="0">
              <a:spcBef>
                <a:spcPct val="0"/>
              </a:spcBef>
              <a:spcAft>
                <a:spcPct val="0"/>
              </a:spcAft>
              <a:defRPr sz="3600" b="1">
                <a:solidFill>
                  <a:srgbClr val="E6E6E6"/>
                </a:solidFill>
                <a:latin typeface="Arial Narrow" pitchFamily="34" charset="0"/>
              </a:defRPr>
            </a:lvl5pPr>
            <a:lvl6pPr marL="457200" algn="ctr" rtl="0" fontAlgn="base">
              <a:spcBef>
                <a:spcPct val="0"/>
              </a:spcBef>
              <a:spcAft>
                <a:spcPct val="0"/>
              </a:spcAft>
              <a:defRPr sz="3600" b="1">
                <a:solidFill>
                  <a:schemeClr val="tx2"/>
                </a:solidFill>
                <a:latin typeface="Arial Narrow" pitchFamily="34" charset="0"/>
              </a:defRPr>
            </a:lvl6pPr>
            <a:lvl7pPr marL="914400" algn="ctr" rtl="0" fontAlgn="base">
              <a:spcBef>
                <a:spcPct val="0"/>
              </a:spcBef>
              <a:spcAft>
                <a:spcPct val="0"/>
              </a:spcAft>
              <a:defRPr sz="3600" b="1">
                <a:solidFill>
                  <a:schemeClr val="tx2"/>
                </a:solidFill>
                <a:latin typeface="Arial Narrow" pitchFamily="34" charset="0"/>
              </a:defRPr>
            </a:lvl7pPr>
            <a:lvl8pPr marL="1371600" algn="ctr" rtl="0" fontAlgn="base">
              <a:spcBef>
                <a:spcPct val="0"/>
              </a:spcBef>
              <a:spcAft>
                <a:spcPct val="0"/>
              </a:spcAft>
              <a:defRPr sz="3600" b="1">
                <a:solidFill>
                  <a:schemeClr val="tx2"/>
                </a:solidFill>
                <a:latin typeface="Arial Narrow" pitchFamily="34" charset="0"/>
              </a:defRPr>
            </a:lvl8pPr>
            <a:lvl9pPr marL="1828800" algn="ctr" rtl="0" fontAlgn="base">
              <a:spcBef>
                <a:spcPct val="0"/>
              </a:spcBef>
              <a:spcAft>
                <a:spcPct val="0"/>
              </a:spcAft>
              <a:defRPr sz="3600" b="1">
                <a:solidFill>
                  <a:schemeClr val="tx2"/>
                </a:solidFill>
                <a:latin typeface="Arial Narrow" pitchFamily="34" charset="0"/>
              </a:defRPr>
            </a:lvl9pPr>
          </a:lstStyle>
          <a:p>
            <a:pPr>
              <a:defRPr/>
            </a:pPr>
            <a:endParaRPr lang="en-US" sz="4000" dirty="0">
              <a:latin typeface="+mj-lt"/>
            </a:endParaRPr>
          </a:p>
        </p:txBody>
      </p:sp>
      <p:sp>
        <p:nvSpPr>
          <p:cNvPr id="8" name="Text Box 12"/>
          <p:cNvSpPr txBox="1">
            <a:spLocks noChangeArrowheads="1"/>
          </p:cNvSpPr>
          <p:nvPr userDrawn="1"/>
        </p:nvSpPr>
        <p:spPr bwMode="auto">
          <a:xfrm>
            <a:off x="8334376" y="5486136"/>
            <a:ext cx="809625" cy="220510"/>
          </a:xfrm>
          <a:prstGeom prst="rect">
            <a:avLst/>
          </a:prstGeom>
          <a:noFill/>
          <a:ln w="9525">
            <a:noFill/>
            <a:miter lim="800000"/>
            <a:headEnd/>
            <a:tailEnd/>
          </a:ln>
          <a:effectLst/>
        </p:spPr>
        <p:txBody>
          <a:bodyPr>
            <a:spAutoFit/>
          </a:bodyPr>
          <a:lstStyle/>
          <a:p>
            <a:pPr algn="r">
              <a:defRPr/>
            </a:pPr>
            <a:r>
              <a:rPr lang="en-US" sz="833" b="1">
                <a:latin typeface="Times New Roman" pitchFamily="18" charset="0"/>
                <a:ea typeface="ＭＳ Ｐゴシック"/>
                <a:cs typeface="ＭＳ Ｐゴシック"/>
              </a:rPr>
              <a:t>13-</a:t>
            </a:r>
            <a:fld id="{DCCE92F1-67EB-4E57-A308-6E711EBD55AA}" type="slidenum">
              <a:rPr lang="en-US" sz="833" b="1">
                <a:latin typeface="Times New Roman" pitchFamily="18" charset="0"/>
                <a:ea typeface="ＭＳ Ｐゴシック"/>
                <a:cs typeface="ＭＳ Ｐゴシック"/>
              </a:rPr>
              <a:pPr algn="r">
                <a:defRPr/>
              </a:pPr>
              <a:t>‹#›</a:t>
            </a:fld>
            <a:endParaRPr lang="en-US" sz="833" b="1">
              <a:latin typeface="Times New Roman" pitchFamily="18" charset="0"/>
              <a:ea typeface="ＭＳ Ｐゴシック"/>
              <a:cs typeface="ＭＳ Ｐゴシック"/>
            </a:endParaRPr>
          </a:p>
        </p:txBody>
      </p:sp>
      <p:sp>
        <p:nvSpPr>
          <p:cNvPr id="3" name="Content Placeholder 2"/>
          <p:cNvSpPr>
            <a:spLocks noGrp="1"/>
          </p:cNvSpPr>
          <p:nvPr>
            <p:ph idx="1"/>
          </p:nvPr>
        </p:nvSpPr>
        <p:spPr>
          <a:xfrm>
            <a:off x="401320" y="1257300"/>
            <a:ext cx="8229600" cy="3771636"/>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p:cNvSpPr>
            <a:spLocks noGrp="1"/>
          </p:cNvSpPr>
          <p:nvPr>
            <p:ph type="title"/>
          </p:nvPr>
        </p:nvSpPr>
        <p:spPr>
          <a:xfrm>
            <a:off x="457200" y="224367"/>
            <a:ext cx="8229600" cy="952500"/>
          </a:xfrm>
          <a:prstGeom prst="rect">
            <a:avLst/>
          </a:prstGeom>
        </p:spPr>
        <p:txBody>
          <a:bodyPr rtlCol="0">
            <a:normAutofit/>
          </a:bodyPr>
          <a:lstStyle/>
          <a:p>
            <a:r>
              <a:rPr lang="en-US" dirty="0"/>
              <a:t>Click to edit Master title style</a:t>
            </a:r>
          </a:p>
        </p:txBody>
      </p:sp>
    </p:spTree>
    <p:extLst>
      <p:ext uri="{BB962C8B-B14F-4D97-AF65-F5344CB8AC3E}">
        <p14:creationId xmlns:p14="http://schemas.microsoft.com/office/powerpoint/2010/main" val="6825032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Placeholder">
            <a:extLst>
              <a:ext uri="{FF2B5EF4-FFF2-40B4-BE49-F238E27FC236}">
                <a16:creationId xmlns:a16="http://schemas.microsoft.com/office/drawing/2014/main" id="{D469E211-00F4-4FD0-BC72-B3E95435FB68}"/>
              </a:ext>
            </a:extLst>
          </p:cNvPr>
          <p:cNvSpPr>
            <a:spLocks noGrp="1"/>
          </p:cNvSpPr>
          <p:nvPr>
            <p:ph type="title"/>
          </p:nvPr>
        </p:nvSpPr>
        <p:spPr>
          <a:xfrm>
            <a:off x="357633" y="394371"/>
            <a:ext cx="8431436" cy="1014539"/>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Content Placeholder"/>
          <p:cNvSpPr>
            <a:spLocks noGrp="1"/>
          </p:cNvSpPr>
          <p:nvPr>
            <p:ph idx="1" hasCustomPrompt="1"/>
          </p:nvPr>
        </p:nvSpPr>
        <p:spPr>
          <a:xfrm>
            <a:off x="357632" y="1521354"/>
            <a:ext cx="6993555" cy="3626115"/>
          </a:xfrm>
        </p:spPr>
        <p:txBody>
          <a:bodyPr/>
          <a:lstStyle>
            <a:lvl1pPr>
              <a:spcAft>
                <a:spcPts val="600"/>
              </a:spcAft>
              <a:defRPr sz="180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pic>
        <p:nvPicPr>
          <p:cNvPr id="10" name="Decorative Graphic">
            <a:extLst>
              <a:ext uri="{FF2B5EF4-FFF2-40B4-BE49-F238E27FC236}">
                <a16:creationId xmlns:a16="http://schemas.microsoft.com/office/drawing/2014/main" id="{D9F3AE94-249A-4A1E-BCBD-6A9003E3ADB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351188" y="3901425"/>
            <a:ext cx="1546622" cy="1402269"/>
          </a:xfrm>
          <a:prstGeom prst="rect">
            <a:avLst/>
          </a:prstGeom>
        </p:spPr>
      </p:pic>
    </p:spTree>
    <p:custDataLst>
      <p:tags r:id="rId1"/>
    </p:custDataLst>
    <p:extLst>
      <p:ext uri="{BB962C8B-B14F-4D97-AF65-F5344CB8AC3E}">
        <p14:creationId xmlns:p14="http://schemas.microsoft.com/office/powerpoint/2010/main" val="3014338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600"/>
              </a:spcAft>
              <a:defRPr sz="180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1184105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319500" y="4687694"/>
            <a:ext cx="5998800" cy="6654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400"/>
              <a:buFont typeface="Gill Sans"/>
              <a:buNone/>
              <a:defRPr sz="2400">
                <a:latin typeface="Gill Sans"/>
                <a:ea typeface="Gill Sans"/>
                <a:cs typeface="Gill Sans"/>
                <a:sym typeface="Gill Sans"/>
              </a:defRPr>
            </a:lvl1pPr>
          </a:lstStyle>
          <a:p>
            <a:endParaRPr/>
          </a:p>
        </p:txBody>
      </p:sp>
      <p:sp>
        <p:nvSpPr>
          <p:cNvPr id="58" name="Shape 58"/>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75753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764567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3789318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906710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1302209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9"/>
        <p:cNvGrpSpPr/>
        <p:nvPr/>
      </p:nvGrpSpPr>
      <p:grpSpPr>
        <a:xfrm>
          <a:off x="0" y="0"/>
          <a:ext cx="0" cy="0"/>
          <a:chOff x="0" y="0"/>
          <a:chExt cx="0" cy="0"/>
        </a:xfrm>
      </p:grpSpPr>
      <p:sp>
        <p:nvSpPr>
          <p:cNvPr id="12" name="Shape 12"/>
          <p:cNvSpPr txBox="1">
            <a:spLocks noGrp="1"/>
          </p:cNvSpPr>
          <p:nvPr>
            <p:ph type="ctrTitle"/>
          </p:nvPr>
        </p:nvSpPr>
        <p:spPr>
          <a:xfrm>
            <a:off x="3044700" y="1604728"/>
            <a:ext cx="3054600" cy="1707900"/>
          </a:xfrm>
          <a:prstGeom prst="rect">
            <a:avLst/>
          </a:prstGeom>
        </p:spPr>
        <p:txBody>
          <a:bodyPr wrap="square" lIns="91425" tIns="91425" rIns="91425" bIns="91425" anchor="b" anchorCtr="0"/>
          <a:lstStyle>
            <a:lvl1pPr lvl="0" algn="ctr">
              <a:spcBef>
                <a:spcPts val="0"/>
              </a:spcBef>
              <a:buSzPct val="100000"/>
              <a:buFont typeface="Gill Sans"/>
              <a:defRPr sz="3000">
                <a:latin typeface="Gill Sans"/>
                <a:ea typeface="Gill Sans"/>
                <a:cs typeface="Gill Sans"/>
                <a:sym typeface="Gill Sans"/>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r>
              <a:rPr lang="en-US"/>
              <a:t>Click to edit Master title style</a:t>
            </a:r>
            <a:endParaRPr/>
          </a:p>
        </p:txBody>
      </p:sp>
      <p:sp>
        <p:nvSpPr>
          <p:cNvPr id="13" name="Shape 13"/>
          <p:cNvSpPr txBox="1">
            <a:spLocks noGrp="1"/>
          </p:cNvSpPr>
          <p:nvPr>
            <p:ph type="subTitle" idx="1"/>
          </p:nvPr>
        </p:nvSpPr>
        <p:spPr>
          <a:xfrm>
            <a:off x="3044700" y="3462867"/>
            <a:ext cx="3054600" cy="779400"/>
          </a:xfrm>
          <a:prstGeom prst="rect">
            <a:avLst/>
          </a:prstGeom>
        </p:spPr>
        <p:txBody>
          <a:bodyPr wrap="square" lIns="91425" tIns="91425" rIns="91425" bIns="91425" anchor="t" anchorCtr="0"/>
          <a:lstStyle>
            <a:lvl1pPr lvl="0" algn="ctr">
              <a:lnSpc>
                <a:spcPct val="100000"/>
              </a:lnSpc>
              <a:spcBef>
                <a:spcPts val="0"/>
              </a:spcBef>
              <a:spcAft>
                <a:spcPts val="0"/>
              </a:spcAft>
              <a:buSzPct val="100000"/>
              <a:buFont typeface="Gill Sans"/>
              <a:buNone/>
              <a:defRPr sz="2100">
                <a:latin typeface="Gill Sans"/>
                <a:ea typeface="Gill Sans"/>
                <a:cs typeface="Gill Sans"/>
                <a:sym typeface="Gill Sans"/>
              </a:defRPr>
            </a:lvl1pPr>
            <a:lvl2pPr lvl="1" algn="ctr">
              <a:lnSpc>
                <a:spcPct val="100000"/>
              </a:lnSpc>
              <a:spcBef>
                <a:spcPts val="0"/>
              </a:spcBef>
              <a:spcAft>
                <a:spcPts val="0"/>
              </a:spcAft>
              <a:buSzPct val="100000"/>
              <a:buFont typeface="Economica"/>
              <a:buNone/>
              <a:defRPr sz="2100">
                <a:latin typeface="Economica"/>
                <a:ea typeface="Economica"/>
                <a:cs typeface="Economica"/>
                <a:sym typeface="Economica"/>
              </a:defRPr>
            </a:lvl2pPr>
            <a:lvl3pPr lvl="2" algn="ctr">
              <a:lnSpc>
                <a:spcPct val="100000"/>
              </a:lnSpc>
              <a:spcBef>
                <a:spcPts val="0"/>
              </a:spcBef>
              <a:spcAft>
                <a:spcPts val="0"/>
              </a:spcAft>
              <a:buSzPct val="100000"/>
              <a:buFont typeface="Economica"/>
              <a:buNone/>
              <a:defRPr sz="2100">
                <a:latin typeface="Economica"/>
                <a:ea typeface="Economica"/>
                <a:cs typeface="Economica"/>
                <a:sym typeface="Economica"/>
              </a:defRPr>
            </a:lvl3pPr>
            <a:lvl4pPr lvl="3" algn="ctr">
              <a:lnSpc>
                <a:spcPct val="100000"/>
              </a:lnSpc>
              <a:spcBef>
                <a:spcPts val="0"/>
              </a:spcBef>
              <a:spcAft>
                <a:spcPts val="0"/>
              </a:spcAft>
              <a:buSzPct val="100000"/>
              <a:buFont typeface="Economica"/>
              <a:buNone/>
              <a:defRPr sz="2100">
                <a:latin typeface="Economica"/>
                <a:ea typeface="Economica"/>
                <a:cs typeface="Economica"/>
                <a:sym typeface="Economica"/>
              </a:defRPr>
            </a:lvl4pPr>
            <a:lvl5pPr lvl="4" algn="ctr">
              <a:lnSpc>
                <a:spcPct val="100000"/>
              </a:lnSpc>
              <a:spcBef>
                <a:spcPts val="0"/>
              </a:spcBef>
              <a:spcAft>
                <a:spcPts val="0"/>
              </a:spcAft>
              <a:buSzPct val="100000"/>
              <a:buFont typeface="Economica"/>
              <a:buNone/>
              <a:defRPr sz="2100">
                <a:latin typeface="Economica"/>
                <a:ea typeface="Economica"/>
                <a:cs typeface="Economica"/>
                <a:sym typeface="Economica"/>
              </a:defRPr>
            </a:lvl5pPr>
            <a:lvl6pPr lvl="5" algn="ctr">
              <a:lnSpc>
                <a:spcPct val="100000"/>
              </a:lnSpc>
              <a:spcBef>
                <a:spcPts val="0"/>
              </a:spcBef>
              <a:spcAft>
                <a:spcPts val="0"/>
              </a:spcAft>
              <a:buSzPct val="100000"/>
              <a:buFont typeface="Economica"/>
              <a:buNone/>
              <a:defRPr sz="2100">
                <a:latin typeface="Economica"/>
                <a:ea typeface="Economica"/>
                <a:cs typeface="Economica"/>
                <a:sym typeface="Economica"/>
              </a:defRPr>
            </a:lvl6pPr>
            <a:lvl7pPr lvl="6" algn="ctr">
              <a:lnSpc>
                <a:spcPct val="100000"/>
              </a:lnSpc>
              <a:spcBef>
                <a:spcPts val="0"/>
              </a:spcBef>
              <a:spcAft>
                <a:spcPts val="0"/>
              </a:spcAft>
              <a:buSzPct val="100000"/>
              <a:buFont typeface="Economica"/>
              <a:buNone/>
              <a:defRPr sz="2100">
                <a:latin typeface="Economica"/>
                <a:ea typeface="Economica"/>
                <a:cs typeface="Economica"/>
                <a:sym typeface="Economica"/>
              </a:defRPr>
            </a:lvl7pPr>
            <a:lvl8pPr lvl="7" algn="ctr">
              <a:lnSpc>
                <a:spcPct val="100000"/>
              </a:lnSpc>
              <a:spcBef>
                <a:spcPts val="0"/>
              </a:spcBef>
              <a:spcAft>
                <a:spcPts val="0"/>
              </a:spcAft>
              <a:buSzPct val="100000"/>
              <a:buFont typeface="Economica"/>
              <a:buNone/>
              <a:defRPr sz="2100">
                <a:latin typeface="Economica"/>
                <a:ea typeface="Economica"/>
                <a:cs typeface="Economica"/>
                <a:sym typeface="Economica"/>
              </a:defRPr>
            </a:lvl8pPr>
            <a:lvl9pPr lvl="8" algn="ctr">
              <a:lnSpc>
                <a:spcPct val="100000"/>
              </a:lnSpc>
              <a:spcBef>
                <a:spcPts val="0"/>
              </a:spcBef>
              <a:spcAft>
                <a:spcPts val="0"/>
              </a:spcAft>
              <a:buSzPct val="100000"/>
              <a:buFont typeface="Economica"/>
              <a:buNone/>
              <a:defRPr sz="2100">
                <a:latin typeface="Economica"/>
                <a:ea typeface="Economica"/>
                <a:cs typeface="Economica"/>
                <a:sym typeface="Economica"/>
              </a:defRPr>
            </a:lvl9pPr>
          </a:lstStyle>
          <a:p>
            <a:r>
              <a:rPr lang="en-US"/>
              <a:t>Click to edit Master subtitle style</a:t>
            </a:r>
            <a:endParaRPr/>
          </a:p>
        </p:txBody>
      </p:sp>
      <p:sp>
        <p:nvSpPr>
          <p:cNvPr id="14" name="Shape 14"/>
          <p:cNvSpPr txBox="1">
            <a:spLocks noGrp="1"/>
          </p:cNvSpPr>
          <p:nvPr>
            <p:ph type="sldNum" idx="12"/>
          </p:nvPr>
        </p:nvSpPr>
        <p:spPr>
          <a:xfrm>
            <a:off x="8472458" y="5181352"/>
            <a:ext cx="548700" cy="4374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GB"/>
              <a:t>‹#›</a:t>
            </a:fld>
            <a:endParaRPr lang="en-GB"/>
          </a:p>
        </p:txBody>
      </p:sp>
    </p:spTree>
    <p:extLst>
      <p:ext uri="{BB962C8B-B14F-4D97-AF65-F5344CB8AC3E}">
        <p14:creationId xmlns:p14="http://schemas.microsoft.com/office/powerpoint/2010/main" val="2300880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body">
    <p:spTree>
      <p:nvGrpSpPr>
        <p:cNvPr id="1" name="Shape 21"/>
        <p:cNvGrpSpPr/>
        <p:nvPr/>
      </p:nvGrpSpPr>
      <p:grpSpPr>
        <a:xfrm>
          <a:off x="0" y="0"/>
          <a:ext cx="0" cy="0"/>
          <a:chOff x="0" y="0"/>
          <a:chExt cx="0" cy="0"/>
        </a:xfrm>
      </p:grpSpPr>
      <p:sp>
        <p:nvSpPr>
          <p:cNvPr id="23" name="Shape 23"/>
          <p:cNvSpPr txBox="1">
            <a:spLocks noGrp="1"/>
          </p:cNvSpPr>
          <p:nvPr>
            <p:ph type="title"/>
          </p:nvPr>
        </p:nvSpPr>
        <p:spPr>
          <a:xfrm>
            <a:off x="311700" y="351028"/>
            <a:ext cx="8520600" cy="923700"/>
          </a:xfrm>
          <a:prstGeom prst="rect">
            <a:avLst/>
          </a:prstGeom>
        </p:spPr>
        <p:txBody>
          <a:bodyPr wrap="square"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a:p>
        </p:txBody>
      </p:sp>
      <p:sp>
        <p:nvSpPr>
          <p:cNvPr id="24" name="Shape 24"/>
          <p:cNvSpPr txBox="1">
            <a:spLocks noGrp="1"/>
          </p:cNvSpPr>
          <p:nvPr>
            <p:ph type="body" idx="1"/>
          </p:nvPr>
        </p:nvSpPr>
        <p:spPr>
          <a:xfrm>
            <a:off x="311700" y="1361361"/>
            <a:ext cx="8520600" cy="3726600"/>
          </a:xfrm>
          <a:prstGeom prst="rect">
            <a:avLst/>
          </a:prstGeom>
        </p:spPr>
        <p:txBody>
          <a:bodyPr wrap="square" lIns="91425" tIns="91425" rIns="91425" bIns="91425" anchor="t" anchorCtr="0"/>
          <a:lstStyle>
            <a:lvl1pPr lvl="0">
              <a:spcBef>
                <a:spcPts val="0"/>
              </a:spcBef>
              <a:buChar char="■"/>
              <a:defRPr/>
            </a:lvl1pPr>
            <a:lvl2pPr lvl="1">
              <a:spcBef>
                <a:spcPts val="0"/>
              </a:spcBef>
              <a:buChar char="■"/>
              <a:defRPr/>
            </a:lvl2pPr>
            <a:lvl3pPr lvl="2">
              <a:spcBef>
                <a:spcPts val="0"/>
              </a:spcBef>
              <a:buChar char="■"/>
              <a:defRPr/>
            </a:lvl3pPr>
            <a:lvl4pPr lvl="3">
              <a:spcBef>
                <a:spcPts val="0"/>
              </a:spcBef>
              <a:buChar char="■"/>
              <a:defRPr/>
            </a:lvl4pPr>
            <a:lvl5pPr lvl="4">
              <a:spcBef>
                <a:spcPts val="0"/>
              </a:spcBef>
              <a:buChar char="■"/>
              <a:defRPr/>
            </a:lvl5pPr>
            <a:lvl6pPr lvl="5">
              <a:spcBef>
                <a:spcPts val="0"/>
              </a:spcBef>
              <a:buChar char="■"/>
              <a:defRPr/>
            </a:lvl6pPr>
            <a:lvl7pPr lvl="6">
              <a:spcBef>
                <a:spcPts val="0"/>
              </a:spcBef>
              <a:buChar char="■"/>
              <a:defRPr/>
            </a:lvl7pPr>
            <a:lvl8pPr lvl="7">
              <a:spcBef>
                <a:spcPts val="0"/>
              </a:spcBef>
              <a:buChar char="■"/>
              <a:defRPr/>
            </a:lvl8pPr>
            <a:lvl9pPr lvl="8">
              <a:spcBef>
                <a:spcPts val="0"/>
              </a:spcBef>
              <a:buChar char="■"/>
              <a:defRPr/>
            </a:lvl9pPr>
          </a:lstStyle>
          <a:p>
            <a:pPr lvl="0"/>
            <a:r>
              <a:rPr lang="en-US"/>
              <a:t>Click to edit Master text styles</a:t>
            </a:r>
          </a:p>
        </p:txBody>
      </p:sp>
      <p:sp>
        <p:nvSpPr>
          <p:cNvPr id="25" name="Shape 25"/>
          <p:cNvSpPr txBox="1">
            <a:spLocks noGrp="1"/>
          </p:cNvSpPr>
          <p:nvPr>
            <p:ph type="sldNum" idx="12"/>
          </p:nvPr>
        </p:nvSpPr>
        <p:spPr>
          <a:xfrm>
            <a:off x="8472458" y="5181352"/>
            <a:ext cx="548700" cy="4374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GB"/>
              <a:t>‹#›</a:t>
            </a:fld>
            <a:endParaRPr lang="en-GB"/>
          </a:p>
        </p:txBody>
      </p:sp>
    </p:spTree>
    <p:extLst>
      <p:ext uri="{BB962C8B-B14F-4D97-AF65-F5344CB8AC3E}">
        <p14:creationId xmlns:p14="http://schemas.microsoft.com/office/powerpoint/2010/main" val="1125337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457200" y="228865"/>
            <a:ext cx="8229600" cy="952500"/>
          </a:xfrm>
          <a:prstGeom prst="rect">
            <a:avLst/>
          </a:prstGeom>
        </p:spPr>
        <p:txBody>
          <a:bodyPr rtlCol="0">
            <a:normAutofit/>
          </a:bodyPr>
          <a:lstStyle/>
          <a:p>
            <a:r>
              <a:rPr lang="en-US"/>
              <a:t>Click to edit Master title style</a:t>
            </a:r>
          </a:p>
        </p:txBody>
      </p:sp>
    </p:spTree>
    <p:extLst>
      <p:ext uri="{BB962C8B-B14F-4D97-AF65-F5344CB8AC3E}">
        <p14:creationId xmlns:p14="http://schemas.microsoft.com/office/powerpoint/2010/main" val="6420625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7467600" cy="952500"/>
          </a:xfrm>
        </p:spPr>
        <p:txBody>
          <a:bodyPr/>
          <a:lstStyle/>
          <a:p>
            <a:r>
              <a:rPr lang="en-US"/>
              <a:t>Click to edit Master title style</a:t>
            </a:r>
            <a:endParaRPr lang="en-AU"/>
          </a:p>
        </p:txBody>
      </p:sp>
      <p:sp>
        <p:nvSpPr>
          <p:cNvPr id="3" name="Table Placeholder 2"/>
          <p:cNvSpPr>
            <a:spLocks noGrp="1"/>
          </p:cNvSpPr>
          <p:nvPr>
            <p:ph type="tbl" idx="1"/>
          </p:nvPr>
        </p:nvSpPr>
        <p:spPr>
          <a:xfrm>
            <a:off x="457200" y="1333501"/>
            <a:ext cx="7467600" cy="4061354"/>
          </a:xfrm>
        </p:spPr>
        <p:txBody>
          <a:bodyPr/>
          <a:lstStyle/>
          <a:p>
            <a:r>
              <a:rPr lang="en-US"/>
              <a:t>Click icon to add table</a:t>
            </a:r>
            <a:endParaRPr lang="en-AU"/>
          </a:p>
        </p:txBody>
      </p:sp>
      <p:sp>
        <p:nvSpPr>
          <p:cNvPr id="4" name="Date Placeholder 3"/>
          <p:cNvSpPr>
            <a:spLocks noGrp="1"/>
          </p:cNvSpPr>
          <p:nvPr>
            <p:ph type="dt" sz="half" idx="10"/>
          </p:nvPr>
        </p:nvSpPr>
        <p:spPr>
          <a:xfrm rot="5400000">
            <a:off x="7756659" y="869553"/>
            <a:ext cx="1676135" cy="384175"/>
          </a:xfrm>
        </p:spPr>
        <p:txBody>
          <a:bodyPr/>
          <a:lstStyle>
            <a:lvl1pPr>
              <a:defRPr/>
            </a:lvl1pPr>
          </a:lstStyle>
          <a:p>
            <a:pPr>
              <a:defRPr/>
            </a:pPr>
            <a:fld id="{93582794-AC1E-4671-83D2-BD2B8CCEB56A}" type="datetimeFigureOut">
              <a:rPr lang="en-US"/>
              <a:pPr>
                <a:defRPr/>
              </a:pPr>
              <a:t>10/22/25</a:t>
            </a:fld>
            <a:endParaRPr lang="en-US"/>
          </a:p>
        </p:txBody>
      </p:sp>
      <p:sp>
        <p:nvSpPr>
          <p:cNvPr id="5" name="Footer Placeholder 4"/>
          <p:cNvSpPr>
            <a:spLocks noGrp="1"/>
          </p:cNvSpPr>
          <p:nvPr>
            <p:ph type="ftr" sz="quarter" idx="11"/>
          </p:nvPr>
        </p:nvSpPr>
        <p:spPr>
          <a:xfrm rot="5400000">
            <a:off x="7256463" y="3083719"/>
            <a:ext cx="2667000" cy="365125"/>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8129588" y="4778375"/>
            <a:ext cx="609600" cy="433917"/>
          </a:xfrm>
        </p:spPr>
        <p:txBody>
          <a:bodyPr/>
          <a:lstStyle>
            <a:lvl1pPr>
              <a:defRPr/>
            </a:lvl1pPr>
          </a:lstStyle>
          <a:p>
            <a:pPr>
              <a:defRPr/>
            </a:pPr>
            <a:fld id="{0913383D-7565-4B17-A343-6A47384DB60B}" type="slidenum">
              <a:rPr lang="en-US"/>
              <a:pPr>
                <a:defRPr/>
              </a:pPr>
              <a:t>‹#›</a:t>
            </a:fld>
            <a:endParaRPr lang="en-US"/>
          </a:p>
        </p:txBody>
      </p:sp>
    </p:spTree>
    <p:extLst>
      <p:ext uri="{BB962C8B-B14F-4D97-AF65-F5344CB8AC3E}">
        <p14:creationId xmlns:p14="http://schemas.microsoft.com/office/powerpoint/2010/main" val="34941401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a:t>Copyright 2011 John Wiley &amp; Sons, Inc.</a:t>
            </a:r>
            <a:endParaRPr lang="en-US" dirty="0"/>
          </a:p>
        </p:txBody>
      </p:sp>
      <p:sp>
        <p:nvSpPr>
          <p:cNvPr id="6" name="Slide Number Placeholder 5"/>
          <p:cNvSpPr>
            <a:spLocks noGrp="1"/>
          </p:cNvSpPr>
          <p:nvPr>
            <p:ph type="sldNum" sz="quarter" idx="11"/>
          </p:nvPr>
        </p:nvSpPr>
        <p:spPr/>
        <p:txBody>
          <a:bodyPr/>
          <a:lstStyle>
            <a:lvl1pPr>
              <a:defRPr/>
            </a:lvl1pPr>
          </a:lstStyle>
          <a:p>
            <a:pPr>
              <a:defRPr/>
            </a:pPr>
            <a:r>
              <a:rPr lang="en-US"/>
              <a:t>1-</a:t>
            </a:r>
            <a:fld id="{8BB3B16B-AE37-468A-B98B-2B2796D821DE}" type="slidenum">
              <a:rPr lang="en-US"/>
              <a:pPr>
                <a:defRPr/>
              </a:pPr>
              <a:t>‹#›</a:t>
            </a:fld>
            <a:endParaRPr lang="en-US" dirty="0"/>
          </a:p>
        </p:txBody>
      </p:sp>
    </p:spTree>
    <p:extLst>
      <p:ext uri="{BB962C8B-B14F-4D97-AF65-F5344CB8AC3E}">
        <p14:creationId xmlns:p14="http://schemas.microsoft.com/office/powerpoint/2010/main" val="32948556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27912687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4212711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828321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30532487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latin typeface="Arial" panose="020B0604020202020204" pitchFamily="34" charset="0"/>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7" name="Footer Placeholder 2"/>
          <p:cNvSpPr>
            <a:spLocks noGrp="1"/>
          </p:cNvSpPr>
          <p:nvPr>
            <p:ph type="ftr" sz="quarter" idx="10"/>
          </p:nvPr>
        </p:nvSpPr>
        <p:spPr>
          <a:xfrm>
            <a:off x="152400" y="5410730"/>
            <a:ext cx="7543800" cy="304271"/>
          </a:xfrm>
        </p:spPr>
        <p:txBody>
          <a:bodyPr/>
          <a:lstStyle>
            <a:lvl1pPr>
              <a:defRPr>
                <a:solidFill>
                  <a:schemeClr val="bg1"/>
                </a:solidFill>
              </a:defRPr>
            </a:lvl1pPr>
          </a:lstStyle>
          <a:p>
            <a:r>
              <a:rPr lang="en-US">
                <a:solidFill>
                  <a:srgbClr val="FFFFFF"/>
                </a:solidFill>
              </a:rPr>
              <a:t>© 2016 Cengage Learning. All Rights Reserved. May not be scanned, copied  or duplicated, or posted to a publicly accessible website, in whole or in part. </a:t>
            </a:r>
            <a:endParaRPr lang="en-US" dirty="0">
              <a:solidFill>
                <a:srgbClr val="FFFFFF"/>
              </a:solidFill>
            </a:endParaRPr>
          </a:p>
        </p:txBody>
      </p:sp>
      <p:sp>
        <p:nvSpPr>
          <p:cNvPr id="8" name="Slide Number Placeholder 3"/>
          <p:cNvSpPr>
            <a:spLocks noGrp="1"/>
          </p:cNvSpPr>
          <p:nvPr>
            <p:ph type="sldNum" sz="quarter" idx="11"/>
          </p:nvPr>
        </p:nvSpPr>
        <p:spPr>
          <a:xfrm>
            <a:off x="7848600" y="5410730"/>
            <a:ext cx="990600" cy="304271"/>
          </a:xfrm>
        </p:spPr>
        <p:txBody>
          <a:bodyPr/>
          <a:lstStyle>
            <a:lvl1pPr>
              <a:defRPr>
                <a:solidFill>
                  <a:schemeClr val="bg1"/>
                </a:solidFill>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1350792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971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8653498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382552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0749128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3398503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6702772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295034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3067655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12802909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2430481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29879644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0799132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30906338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9335378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6"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3390639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0907163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16527462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ext and Picture Fade on Path">
    <p:bg>
      <p:bgPr>
        <a:gradFill>
          <a:gsLst>
            <a:gs pos="0">
              <a:srgbClr val="FFFFFF"/>
            </a:gs>
            <a:gs pos="28000">
              <a:srgbClr val="FEFEFE"/>
            </a:gs>
            <a:gs pos="100000">
              <a:srgbClr val="E8E3D8"/>
            </a:gs>
          </a:gsLst>
          <a:path path="circle">
            <a:fillToRect l="50000" t="-80000" r="50000" b="180000"/>
          </a:path>
        </a:gradFill>
        <a:effectLst/>
      </p:bgPr>
    </p:bg>
    <p:spTree>
      <p:nvGrpSpPr>
        <p:cNvPr id="1" name=""/>
        <p:cNvGrpSpPr/>
        <p:nvPr/>
      </p:nvGrpSpPr>
      <p:grpSpPr>
        <a:xfrm>
          <a:off x="0" y="0"/>
          <a:ext cx="0" cy="0"/>
          <a:chOff x="0" y="0"/>
          <a:chExt cx="0" cy="0"/>
        </a:xfrm>
      </p:grpSpPr>
      <p:sp>
        <p:nvSpPr>
          <p:cNvPr id="10" name="Rectangle 9"/>
          <p:cNvSpPr/>
          <p:nvPr/>
        </p:nvSpPr>
        <p:spPr>
          <a:xfrm>
            <a:off x="0" y="1260104"/>
            <a:ext cx="8839200" cy="2413000"/>
          </a:xfrm>
          <a:prstGeom prst="rect">
            <a:avLst/>
          </a:prstGeom>
          <a:gradFill flip="none" rotWithShape="1">
            <a:gsLst>
              <a:gs pos="36000">
                <a:schemeClr val="accent2">
                  <a:lumMod val="85000"/>
                </a:schemeClr>
              </a:gs>
              <a:gs pos="0">
                <a:schemeClr val="accent2">
                  <a:lumMod val="50000"/>
                </a:schemeClr>
              </a:gs>
              <a:gs pos="100000">
                <a:schemeClr val="accent2">
                  <a:lumMod val="85000"/>
                </a:schemeClr>
              </a:gs>
            </a:gsLst>
            <a:lin ang="0" scaled="1"/>
            <a:tileRect/>
          </a:gradFill>
          <a:ln w="25400" cap="flat" cmpd="sng" algn="ctr">
            <a:noFill/>
            <a:prstDash val="solid"/>
          </a:ln>
          <a:effectLst/>
        </p:spPr>
        <p:txBody>
          <a:bodyPr rtlCol="0" anchor="ctr"/>
          <a:lstStyle/>
          <a:p>
            <a:pPr algn="ctr">
              <a:defRPr/>
            </a:pPr>
            <a:endParaRPr lang="en-US" sz="1500" dirty="0">
              <a:solidFill>
                <a:prstClr val="white"/>
              </a:solidFill>
              <a:latin typeface="Calibri"/>
              <a:ea typeface="+mn-ea"/>
              <a:cs typeface="+mn-cs"/>
            </a:endParaRPr>
          </a:p>
        </p:txBody>
      </p:sp>
      <p:sp>
        <p:nvSpPr>
          <p:cNvPr id="2" name="Title 1"/>
          <p:cNvSpPr>
            <a:spLocks noGrp="1"/>
          </p:cNvSpPr>
          <p:nvPr>
            <p:ph type="title"/>
          </p:nvPr>
        </p:nvSpPr>
        <p:spPr>
          <a:xfrm>
            <a:off x="3048000" y="762000"/>
            <a:ext cx="5562600" cy="634813"/>
          </a:xfrm>
        </p:spPr>
        <p:txBody>
          <a:bodyPr anchor="ctr">
            <a:noAutofit/>
          </a:bodyPr>
          <a:lstStyle>
            <a:lvl1pPr>
              <a:defRPr sz="3167" b="0">
                <a:solidFill>
                  <a:schemeClr val="accent3"/>
                </a:solidFill>
                <a:latin typeface="Rockwell" pitchFamily="18" charset="0"/>
              </a:defRPr>
            </a:lvl1pPr>
          </a:lstStyle>
          <a:p>
            <a:r>
              <a:rPr lang="en-US"/>
              <a:t>Click to edit Master title style</a:t>
            </a:r>
            <a:endParaRPr lang="en-US" dirty="0"/>
          </a:p>
        </p:txBody>
      </p:sp>
      <p:sp>
        <p:nvSpPr>
          <p:cNvPr id="12" name="Text Placeholder 11"/>
          <p:cNvSpPr>
            <a:spLocks noGrp="1"/>
          </p:cNvSpPr>
          <p:nvPr>
            <p:ph type="body" sz="quarter" idx="14"/>
          </p:nvPr>
        </p:nvSpPr>
        <p:spPr>
          <a:xfrm>
            <a:off x="3048000" y="1651000"/>
            <a:ext cx="5562600" cy="1934882"/>
          </a:xfrm>
          <a:prstGeom prst="rect">
            <a:avLst/>
          </a:prstGeom>
        </p:spPr>
        <p:txBody>
          <a:bodyPr>
            <a:noAutofit/>
          </a:bodyPr>
          <a:lstStyle>
            <a:lvl1pPr marL="0" indent="0">
              <a:lnSpc>
                <a:spcPct val="100000"/>
              </a:lnSpc>
              <a:spcBef>
                <a:spcPts val="1000"/>
              </a:spcBef>
              <a:buNone/>
              <a:defRPr sz="2333">
                <a:solidFill>
                  <a:schemeClr val="bg1"/>
                </a:solidFill>
                <a:latin typeface="Constantia" pitchFamily="18" charset="0"/>
              </a:defRPr>
            </a:lvl1pPr>
            <a:lvl2pPr marL="0" indent="0">
              <a:lnSpc>
                <a:spcPct val="100000"/>
              </a:lnSpc>
              <a:spcBef>
                <a:spcPts val="1000"/>
              </a:spcBef>
              <a:buNone/>
              <a:defRPr sz="2333">
                <a:solidFill>
                  <a:schemeClr val="bg1"/>
                </a:solidFill>
              </a:defRPr>
            </a:lvl2pPr>
            <a:lvl3pPr marL="0" indent="0">
              <a:lnSpc>
                <a:spcPct val="100000"/>
              </a:lnSpc>
              <a:spcBef>
                <a:spcPts val="1000"/>
              </a:spcBef>
              <a:buNone/>
              <a:defRPr sz="2333">
                <a:solidFill>
                  <a:schemeClr val="bg1"/>
                </a:solidFill>
              </a:defRPr>
            </a:lvl3pPr>
            <a:lvl4pPr marL="0" indent="0">
              <a:lnSpc>
                <a:spcPct val="100000"/>
              </a:lnSpc>
              <a:spcBef>
                <a:spcPts val="1000"/>
              </a:spcBef>
              <a:buNone/>
              <a:defRPr sz="2333">
                <a:solidFill>
                  <a:schemeClr val="bg1"/>
                </a:solidFill>
              </a:defRPr>
            </a:lvl4pPr>
            <a:lvl5pPr marL="0" indent="0">
              <a:lnSpc>
                <a:spcPct val="100000"/>
              </a:lnSpc>
              <a:spcBef>
                <a:spcPts val="1000"/>
              </a:spcBef>
              <a:buNone/>
              <a:defRPr sz="2333">
                <a:solidFill>
                  <a:schemeClr val="bg1"/>
                </a:solidFill>
              </a:defRPr>
            </a:lvl5pPr>
            <a:lvl6pPr marL="0" indent="0">
              <a:lnSpc>
                <a:spcPct val="100000"/>
              </a:lnSpc>
              <a:spcBef>
                <a:spcPts val="1000"/>
              </a:spcBef>
              <a:buNone/>
              <a:defRPr sz="2333">
                <a:solidFill>
                  <a:schemeClr val="bg1"/>
                </a:solidFill>
              </a:defRPr>
            </a:lvl6pPr>
            <a:lvl7pPr marL="0" indent="0">
              <a:lnSpc>
                <a:spcPct val="100000"/>
              </a:lnSpc>
              <a:spcBef>
                <a:spcPts val="1000"/>
              </a:spcBef>
              <a:buNone/>
              <a:defRPr sz="2333">
                <a:solidFill>
                  <a:schemeClr val="bg1"/>
                </a:solidFill>
              </a:defRPr>
            </a:lvl7pPr>
            <a:lvl8pPr marL="0" indent="0">
              <a:lnSpc>
                <a:spcPct val="100000"/>
              </a:lnSpc>
              <a:spcBef>
                <a:spcPts val="1000"/>
              </a:spcBef>
              <a:buNone/>
              <a:defRPr sz="2333">
                <a:solidFill>
                  <a:schemeClr val="bg1"/>
                </a:solidFill>
              </a:defRPr>
            </a:lvl8pPr>
            <a:lvl9pPr marL="0" indent="0">
              <a:lnSpc>
                <a:spcPct val="100000"/>
              </a:lnSpc>
              <a:spcBef>
                <a:spcPts val="1000"/>
              </a:spcBef>
              <a:buNone/>
              <a:defRPr sz="2333">
                <a:solidFill>
                  <a:schemeClr val="bg1"/>
                </a:solidFill>
              </a:defRPr>
            </a:lvl9pPr>
          </a:lstStyle>
          <a:p>
            <a:pPr lvl="0"/>
            <a:r>
              <a:rPr lang="en-US"/>
              <a:t>Click to edit Master text styles</a:t>
            </a:r>
          </a:p>
        </p:txBody>
      </p:sp>
      <p:sp>
        <p:nvSpPr>
          <p:cNvPr id="8" name="Picture Placeholder 7"/>
          <p:cNvSpPr>
            <a:spLocks noGrp="1"/>
          </p:cNvSpPr>
          <p:nvPr>
            <p:ph type="pic" sz="quarter" idx="13"/>
          </p:nvPr>
        </p:nvSpPr>
        <p:spPr>
          <a:xfrm>
            <a:off x="304800" y="0"/>
            <a:ext cx="2438400" cy="3870960"/>
          </a:xfrm>
          <a:prstGeom prst="rect">
            <a:avLst/>
          </a:prstGeom>
          <a:effectLst>
            <a:glow rad="101600">
              <a:srgbClr val="FFFFFF">
                <a:alpha val="40000"/>
              </a:srgbClr>
            </a:glow>
            <a:reflection blurRad="6350" stA="50000" endA="300" endPos="55000" dir="5400000" sy="-100000" algn="bl" rotWithShape="0"/>
          </a:effectLst>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4634146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952500"/>
            <a:ext cx="7772400" cy="571500"/>
          </a:xfrm>
        </p:spPr>
        <p:txBody>
          <a:bodyPr/>
          <a:lstStyle>
            <a:lvl1pPr>
              <a:defRPr sz="3333">
                <a:latin typeface="Rockwell" pitchFamily="18" charset="0"/>
              </a:defRPr>
            </a:lvl1pPr>
          </a:lstStyle>
          <a:p>
            <a:r>
              <a:rPr lang="en-US"/>
              <a:t>Click to edit Master title style</a:t>
            </a:r>
            <a:endParaRPr lang="en-GB" dirty="0"/>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7"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8" name="Content Placeholder 2"/>
          <p:cNvSpPr>
            <a:spLocks noGrp="1"/>
          </p:cNvSpPr>
          <p:nvPr>
            <p:ph idx="1"/>
          </p:nvPr>
        </p:nvSpPr>
        <p:spPr>
          <a:xfrm>
            <a:off x="1371600" y="1651000"/>
            <a:ext cx="7467600" cy="3619499"/>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9388172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424782"/>
            <a:ext cx="6986588" cy="2377281"/>
          </a:xfrm>
        </p:spPr>
        <p:txBody>
          <a:bodyPr anchor="b"/>
          <a:lstStyle>
            <a:lvl1pPr>
              <a:defRPr sz="5000"/>
            </a:lvl1pPr>
          </a:lstStyle>
          <a:p>
            <a:r>
              <a:rPr lang="en-US"/>
              <a:t>Click to edit Master title style</a:t>
            </a:r>
            <a:endParaRPr lang="en-GB"/>
          </a:p>
        </p:txBody>
      </p:sp>
      <p:sp>
        <p:nvSpPr>
          <p:cNvPr id="3" name="Text Placeholder 2"/>
          <p:cNvSpPr>
            <a:spLocks noGrp="1"/>
          </p:cNvSpPr>
          <p:nvPr>
            <p:ph type="body" idx="1"/>
          </p:nvPr>
        </p:nvSpPr>
        <p:spPr>
          <a:xfrm>
            <a:off x="1524000" y="3824553"/>
            <a:ext cx="6986588" cy="1250156"/>
          </a:xfrm>
          <a:prstGeom prst="rect">
            <a:avLst/>
          </a:prstGeom>
        </p:spPr>
        <p:txBody>
          <a:bodyPr/>
          <a:lstStyle>
            <a:lvl1pPr marL="0" indent="0">
              <a:buNone/>
              <a:defRPr sz="2000">
                <a:solidFill>
                  <a:srgbClr val="000000"/>
                </a:solidFill>
                <a:latin typeface="Constantia" pitchFamily="18" charset="0"/>
              </a:defRPr>
            </a:lvl1pPr>
            <a:lvl2pPr marL="380985" indent="0">
              <a:buNone/>
              <a:defRPr sz="1667"/>
            </a:lvl2pPr>
            <a:lvl3pPr marL="761970" indent="0">
              <a:buNone/>
              <a:defRPr sz="1500"/>
            </a:lvl3pPr>
            <a:lvl4pPr marL="1142954" indent="0">
              <a:buNone/>
              <a:defRPr sz="1333"/>
            </a:lvl4pPr>
            <a:lvl5pPr marL="1523939" indent="0">
              <a:buNone/>
              <a:defRPr sz="1333"/>
            </a:lvl5pPr>
            <a:lvl6pPr marL="1904924" indent="0">
              <a:buNone/>
              <a:defRPr sz="1333"/>
            </a:lvl6pPr>
            <a:lvl7pPr marL="2285909" indent="0">
              <a:buNone/>
              <a:defRPr sz="1333"/>
            </a:lvl7pPr>
            <a:lvl8pPr marL="2666893" indent="0">
              <a:buNone/>
              <a:defRPr sz="1333"/>
            </a:lvl8pPr>
            <a:lvl9pPr marL="3047878" indent="0">
              <a:buNone/>
              <a:defRPr sz="1333"/>
            </a:lvl9pPr>
          </a:lstStyle>
          <a:p>
            <a:pPr lvl="0"/>
            <a:r>
              <a:rPr lang="en-US"/>
              <a:t>Click to edit Master text styles</a:t>
            </a:r>
          </a:p>
        </p:txBody>
      </p:sp>
      <p:sp>
        <p:nvSpPr>
          <p:cNvPr id="4"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
        <p:nvSpPr>
          <p:cNvPr id="5"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38855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5" name="Rectangle 4"/>
          <p:cNvSpPr/>
          <p:nvPr/>
        </p:nvSpPr>
        <p:spPr bwMode="auto">
          <a:xfrm>
            <a:off x="0" y="0"/>
            <a:ext cx="9144000" cy="30480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6200" tIns="38100" rIns="76200" bIns="3810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sp>
        <p:nvSpPr>
          <p:cNvPr id="6" name="Title 1"/>
          <p:cNvSpPr>
            <a:spLocks noGrp="1"/>
          </p:cNvSpPr>
          <p:nvPr>
            <p:ph type="title"/>
          </p:nvPr>
        </p:nvSpPr>
        <p:spPr>
          <a:xfrm>
            <a:off x="0" y="0"/>
            <a:ext cx="9144000" cy="1016000"/>
          </a:xfrm>
        </p:spPr>
        <p:txBody>
          <a:bodyPr/>
          <a:lstStyle>
            <a:lvl1pPr algn="ctr">
              <a:defRPr sz="3333">
                <a:latin typeface="Rockwell" pitchFamily="18" charset="0"/>
              </a:defRPr>
            </a:lvl1pPr>
          </a:lstStyle>
          <a:p>
            <a:r>
              <a:rPr lang="en-US"/>
              <a:t>Click to edit Master title style</a:t>
            </a:r>
            <a:endParaRPr lang="en-GB" dirty="0"/>
          </a:p>
        </p:txBody>
      </p:sp>
      <p:sp>
        <p:nvSpPr>
          <p:cNvPr id="9" name="Content Placeholder 2"/>
          <p:cNvSpPr>
            <a:spLocks noGrp="1"/>
          </p:cNvSpPr>
          <p:nvPr>
            <p:ph idx="1"/>
          </p:nvPr>
        </p:nvSpPr>
        <p:spPr>
          <a:xfrm>
            <a:off x="381000" y="1143000"/>
            <a:ext cx="8458200" cy="4064000"/>
          </a:xfrm>
          <a:prstGeom prst="rect">
            <a:avLst/>
          </a:prstGeom>
        </p:spPr>
        <p:txBody>
          <a:bodyPr>
            <a:noAutofit/>
          </a:bodyPr>
          <a:lstStyle>
            <a:lvl1pPr>
              <a:lnSpc>
                <a:spcPct val="100000"/>
              </a:lnSpc>
              <a:spcBef>
                <a:spcPts val="0"/>
              </a:spcBef>
              <a:spcAft>
                <a:spcPts val="833"/>
              </a:spcAft>
              <a:buClr>
                <a:schemeClr val="accent2">
                  <a:lumMod val="75000"/>
                </a:schemeClr>
              </a:buClr>
              <a:buSzPct val="80000"/>
              <a:buFont typeface="Wingdings 2" pitchFamily="18" charset="2"/>
              <a:buChar char="Ù"/>
              <a:defRPr sz="2333">
                <a:solidFill>
                  <a:srgbClr val="000000"/>
                </a:solidFill>
                <a:latin typeface="Constantia" pitchFamily="18" charset="0"/>
              </a:defRPr>
            </a:lvl1pPr>
            <a:lvl2pPr>
              <a:lnSpc>
                <a:spcPct val="100000"/>
              </a:lnSpc>
              <a:spcBef>
                <a:spcPts val="0"/>
              </a:spcBef>
              <a:spcAft>
                <a:spcPts val="833"/>
              </a:spcAft>
              <a:buClr>
                <a:srgbClr val="990033"/>
              </a:buClr>
              <a:buFont typeface="Wingdings 2" pitchFamily="18" charset="2"/>
              <a:buChar char="÷"/>
              <a:defRPr>
                <a:solidFill>
                  <a:srgbClr val="000000"/>
                </a:solidFill>
                <a:latin typeface="Constantia" pitchFamily="18" charset="0"/>
              </a:defRPr>
            </a:lvl2pPr>
            <a:lvl3pPr>
              <a:lnSpc>
                <a:spcPct val="100000"/>
              </a:lnSpc>
              <a:spcBef>
                <a:spcPts val="0"/>
              </a:spcBef>
              <a:spcAft>
                <a:spcPts val="833"/>
              </a:spcAft>
              <a:buClr>
                <a:schemeClr val="accent6"/>
              </a:buClr>
              <a:buFont typeface="Webdings" pitchFamily="18" charset="2"/>
              <a:buChar char="4"/>
              <a:defRPr>
                <a:solidFill>
                  <a:srgbClr val="000000"/>
                </a:solidFill>
                <a:latin typeface="Constantia" pitchFamily="18" charset="0"/>
              </a:defRPr>
            </a:lvl3pPr>
            <a:lvl4pPr>
              <a:lnSpc>
                <a:spcPct val="100000"/>
              </a:lnSpc>
              <a:spcBef>
                <a:spcPts val="0"/>
              </a:spcBef>
              <a:spcAft>
                <a:spcPts val="833"/>
              </a:spcAft>
              <a:defRPr>
                <a:solidFill>
                  <a:srgbClr val="000000"/>
                </a:solidFill>
                <a:latin typeface="Constantia" pitchFamily="18" charset="0"/>
              </a:defRPr>
            </a:lvl4pPr>
            <a:lvl5pPr>
              <a:lnSpc>
                <a:spcPct val="100000"/>
              </a:lnSpc>
              <a:spcBef>
                <a:spcPts val="0"/>
              </a:spcBef>
              <a:spcAft>
                <a:spcPts val="833"/>
              </a:spcAft>
              <a:buClr>
                <a:srgbClr val="C00000"/>
              </a:buClr>
              <a:defRPr>
                <a:solidFill>
                  <a:srgbClr val="000000"/>
                </a:solidFill>
                <a:latin typeface="Constantia" pitchFamily="18"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1"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chemeClr val="bg1"/>
                </a:solidFill>
                <a:latin typeface="Rockwell" pitchFamily="18" charset="0"/>
              </a:defRPr>
            </a:lvl1pPr>
          </a:lstStyle>
          <a:p>
            <a:fld id="{52713451-F6E1-4628-A8E3-1405590B0C33}" type="slidenum">
              <a:rPr lang="en-US" smtClean="0">
                <a:solidFill>
                  <a:srgbClr val="FFFFFF"/>
                </a:solidFill>
              </a:rPr>
              <a:pPr/>
              <a:t>‹#›</a:t>
            </a:fld>
            <a:endParaRPr lang="en-US" dirty="0">
              <a:solidFill>
                <a:srgbClr val="FFFFFF"/>
              </a:solidFill>
            </a:endParaRPr>
          </a:p>
        </p:txBody>
      </p:sp>
      <p:sp>
        <p:nvSpPr>
          <p:cNvPr id="10"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dirty="0">
              <a:solidFill>
                <a:srgbClr val="FFFFFF"/>
              </a:solidFill>
            </a:endParaRPr>
          </a:p>
        </p:txBody>
      </p:sp>
    </p:spTree>
    <p:extLst>
      <p:ext uri="{BB962C8B-B14F-4D97-AF65-F5344CB8AC3E}">
        <p14:creationId xmlns:p14="http://schemas.microsoft.com/office/powerpoint/2010/main" val="24408950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endParaRPr lang="en-AU"/>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US"/>
              <a:t>Click to edit Master subtitle style</a:t>
            </a:r>
            <a:endParaRPr lang="en-AU"/>
          </a:p>
        </p:txBody>
      </p:sp>
    </p:spTree>
    <p:extLst>
      <p:ext uri="{BB962C8B-B14F-4D97-AF65-F5344CB8AC3E}">
        <p14:creationId xmlns:p14="http://schemas.microsoft.com/office/powerpoint/2010/main" val="22143800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0319883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endParaRPr lang="en-AU"/>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US"/>
              <a:t>Click to edit Master text styles</a:t>
            </a:r>
          </a:p>
        </p:txBody>
      </p:sp>
    </p:spTree>
    <p:extLst>
      <p:ext uri="{BB962C8B-B14F-4D97-AF65-F5344CB8AC3E}">
        <p14:creationId xmlns:p14="http://schemas.microsoft.com/office/powerpoint/2010/main" val="698936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2053167"/>
            <a:ext cx="4038600" cy="3144573"/>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2053167"/>
            <a:ext cx="4038600" cy="3144573"/>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7038308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291015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9976913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82664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endParaRPr lang="en-AU"/>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Tree>
    <p:extLst>
      <p:ext uri="{BB962C8B-B14F-4D97-AF65-F5344CB8AC3E}">
        <p14:creationId xmlns:p14="http://schemas.microsoft.com/office/powerpoint/2010/main" val="19846703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endParaRPr lang="en-AU"/>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r>
              <a:rPr lang="en-US" noProof="0"/>
              <a:t>Click icon to add picture</a:t>
            </a:r>
            <a:endParaRPr lang="en-AU"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Tree>
    <p:extLst>
      <p:ext uri="{BB962C8B-B14F-4D97-AF65-F5344CB8AC3E}">
        <p14:creationId xmlns:p14="http://schemas.microsoft.com/office/powerpoint/2010/main" val="407678030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6061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48532"/>
            <a:ext cx="2057400" cy="424920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948532"/>
            <a:ext cx="6019800" cy="42492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261969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948532"/>
            <a:ext cx="8229600" cy="952500"/>
          </a:xfrm>
        </p:spPr>
        <p:txBody>
          <a:bodyPr/>
          <a:lstStyle/>
          <a:p>
            <a:r>
              <a:rPr lang="en-US"/>
              <a:t>Click to edit Master title style</a:t>
            </a:r>
            <a:endParaRPr lang="en-AU"/>
          </a:p>
        </p:txBody>
      </p:sp>
      <p:sp>
        <p:nvSpPr>
          <p:cNvPr id="3" name="Table Placeholder 2"/>
          <p:cNvSpPr>
            <a:spLocks noGrp="1"/>
          </p:cNvSpPr>
          <p:nvPr>
            <p:ph type="tbl" idx="1"/>
          </p:nvPr>
        </p:nvSpPr>
        <p:spPr>
          <a:xfrm>
            <a:off x="457200" y="2053167"/>
            <a:ext cx="8229600" cy="3144573"/>
          </a:xfrm>
        </p:spPr>
        <p:txBody>
          <a:bodyPr/>
          <a:lstStyle/>
          <a:p>
            <a:pPr lvl="0"/>
            <a:r>
              <a:rPr lang="en-US" noProof="0"/>
              <a:t>Click icon to add table</a:t>
            </a:r>
            <a:endParaRPr lang="en-AU" noProof="0"/>
          </a:p>
        </p:txBody>
      </p:sp>
    </p:spTree>
    <p:extLst>
      <p:ext uri="{BB962C8B-B14F-4D97-AF65-F5344CB8AC3E}">
        <p14:creationId xmlns:p14="http://schemas.microsoft.com/office/powerpoint/2010/main" val="2739337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23.xml"/><Relationship Id="rId7"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image" Target="../media/image1.jpeg"/><Relationship Id="rId5" Type="http://schemas.openxmlformats.org/officeDocument/2006/relationships/theme" Target="../theme/theme4.xml"/><Relationship Id="rId4" Type="http://schemas.openxmlformats.org/officeDocument/2006/relationships/slideLayout" Target="../slideLayouts/slideLayout30.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image" Target="../media/image1.jpeg"/><Relationship Id="rId5" Type="http://schemas.openxmlformats.org/officeDocument/2006/relationships/theme" Target="../theme/theme5.xml"/><Relationship Id="rId4" Type="http://schemas.openxmlformats.org/officeDocument/2006/relationships/slideLayout" Target="../slideLayouts/slideLayout3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image" Target="../media/image1.jpeg"/><Relationship Id="rId5" Type="http://schemas.openxmlformats.org/officeDocument/2006/relationships/theme" Target="../theme/theme6.xml"/><Relationship Id="rId4" Type="http://schemas.openxmlformats.org/officeDocument/2006/relationships/slideLayout" Target="../slideLayouts/slideLayout38.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image" Target="../media/image1.jpeg"/><Relationship Id="rId5" Type="http://schemas.openxmlformats.org/officeDocument/2006/relationships/theme" Target="../theme/theme7.xml"/><Relationship Id="rId4" Type="http://schemas.openxmlformats.org/officeDocument/2006/relationships/slideLayout" Target="../slideLayouts/slideLayout42.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image" Target="../media/image1.jpeg"/><Relationship Id="rId5" Type="http://schemas.openxmlformats.org/officeDocument/2006/relationships/theme" Target="../theme/theme8.xml"/><Relationship Id="rId4" Type="http://schemas.openxmlformats.org/officeDocument/2006/relationships/slideLayout" Target="../slideLayouts/slideLayout4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3"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latin typeface="Arial" panose="020B0604020202020204" pitchFamily="34" charset="0"/>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pPr marL="0" lvl="0" indent="0">
              <a:spcBef>
                <a:spcPts val="0"/>
              </a:spcBef>
              <a:spcAft>
                <a:spcPts val="0"/>
              </a:spcAft>
              <a:buNone/>
            </a:pPr>
            <a:fld id="{00000000-1234-1234-1234-123412341234}" type="slidenum">
              <a:rPr lang="en-GB" smtClean="0"/>
              <a:t>‹#›</a:t>
            </a:fld>
            <a:endParaRPr lang="en-GB"/>
          </a:p>
        </p:txBody>
      </p:sp>
      <p:sp>
        <p:nvSpPr>
          <p:cNvPr id="2"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02282EB5-3909-4ADB-9A84-C097116C42C6}"/>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
        <p:nvSpPr>
          <p:cNvPr id="10"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B1A49DFF-10D5-4F2F-A1FA-46F4F5223EE5}"/>
              </a:ext>
            </a:extLst>
          </p:cNvPr>
          <p:cNvSpPr txBox="1"/>
          <p:nvPr userDrawn="1"/>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411908250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92" r:id="rId6"/>
    <p:sldLayoutId id="2147483693" r:id="rId7"/>
    <p:sldLayoutId id="2147483676" r:id="rId8"/>
    <p:sldLayoutId id="2147483754" r:id="rId9"/>
    <p:sldLayoutId id="2147483755" r:id="rId10"/>
    <p:sldLayoutId id="2147483756" r:id="rId11"/>
  </p:sldLayoutIdLst>
  <p:hf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965BE304-7D2E-42FD-8309-700831457247}"/>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377167978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C67AF954-54A3-4646-8B75-15B7087C2C9B}"/>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420777459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22A69EA2-74A2-4585-92A5-65A2E0AABF66}"/>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107517885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B2F28DAD-A84D-4D81-9C5B-675DF228C1C0}"/>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222197974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9346FD7B-24D7-49B8-A7DF-69FD649EB553}"/>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27163212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3"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latin typeface="Arial" panose="020B0604020202020204" pitchFamily="34" charset="0"/>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2"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00BB2AF2-3743-43FF-A8B9-462869CC32FA}"/>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297995856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19"/>
          <p:cNvSpPr>
            <a:spLocks noChangeArrowheads="1"/>
          </p:cNvSpPr>
          <p:nvPr/>
        </p:nvSpPr>
        <p:spPr bwMode="auto">
          <a:xfrm>
            <a:off x="0" y="5397500"/>
            <a:ext cx="9144000" cy="333425"/>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lgn="r">
              <a:defRPr sz="1000" b="1">
                <a:solidFill>
                  <a:schemeClr val="bg1"/>
                </a:solidFill>
                <a:latin typeface="Arial" panose="020B0604020202020204" pitchFamily="34" charset="0"/>
              </a:defRPr>
            </a:lvl1pPr>
            <a:lvl2pPr marL="742950" indent="-285750" algn="r">
              <a:defRPr sz="1000" b="1">
                <a:solidFill>
                  <a:schemeClr val="bg1"/>
                </a:solidFill>
                <a:latin typeface="Arial" panose="020B0604020202020204" pitchFamily="34" charset="0"/>
              </a:defRPr>
            </a:lvl2pPr>
            <a:lvl3pPr marL="1143000" indent="-228600" algn="r">
              <a:defRPr sz="1000" b="1">
                <a:solidFill>
                  <a:schemeClr val="bg1"/>
                </a:solidFill>
                <a:latin typeface="Arial" panose="020B0604020202020204" pitchFamily="34" charset="0"/>
              </a:defRPr>
            </a:lvl3pPr>
            <a:lvl4pPr marL="1600200" indent="-228600" algn="r">
              <a:defRPr sz="1000" b="1">
                <a:solidFill>
                  <a:schemeClr val="bg1"/>
                </a:solidFill>
                <a:latin typeface="Arial" panose="020B0604020202020204" pitchFamily="34" charset="0"/>
              </a:defRPr>
            </a:lvl4pPr>
            <a:lvl5pPr marL="2057400" indent="-228600" algn="r">
              <a:defRPr sz="1000" b="1">
                <a:solidFill>
                  <a:schemeClr val="bg1"/>
                </a:solidFill>
                <a:latin typeface="Arial" panose="020B0604020202020204" pitchFamily="34" charset="0"/>
              </a:defRPr>
            </a:lvl5pPr>
            <a:lvl6pPr marL="2514600" indent="-228600" algn="r" eaLnBrk="0" fontAlgn="base" hangingPunct="0">
              <a:spcBef>
                <a:spcPct val="0"/>
              </a:spcBef>
              <a:spcAft>
                <a:spcPct val="0"/>
              </a:spcAft>
              <a:defRPr sz="1000" b="1">
                <a:solidFill>
                  <a:schemeClr val="bg1"/>
                </a:solidFill>
                <a:latin typeface="Arial" panose="020B0604020202020204" pitchFamily="34" charset="0"/>
              </a:defRPr>
            </a:lvl6pPr>
            <a:lvl7pPr marL="2971800" indent="-228600" algn="r" eaLnBrk="0" fontAlgn="base" hangingPunct="0">
              <a:spcBef>
                <a:spcPct val="0"/>
              </a:spcBef>
              <a:spcAft>
                <a:spcPct val="0"/>
              </a:spcAft>
              <a:defRPr sz="1000" b="1">
                <a:solidFill>
                  <a:schemeClr val="bg1"/>
                </a:solidFill>
                <a:latin typeface="Arial" panose="020B0604020202020204" pitchFamily="34" charset="0"/>
              </a:defRPr>
            </a:lvl7pPr>
            <a:lvl8pPr marL="3429000" indent="-228600" algn="r" eaLnBrk="0" fontAlgn="base" hangingPunct="0">
              <a:spcBef>
                <a:spcPct val="0"/>
              </a:spcBef>
              <a:spcAft>
                <a:spcPct val="0"/>
              </a:spcAft>
              <a:defRPr sz="1000" b="1">
                <a:solidFill>
                  <a:schemeClr val="bg1"/>
                </a:solidFill>
                <a:latin typeface="Arial" panose="020B0604020202020204" pitchFamily="34" charset="0"/>
              </a:defRPr>
            </a:lvl8pPr>
            <a:lvl9pPr marL="3886200" indent="-228600" algn="r" eaLnBrk="0" fontAlgn="base" hangingPunct="0">
              <a:spcBef>
                <a:spcPct val="0"/>
              </a:spcBef>
              <a:spcAft>
                <a:spcPct val="0"/>
              </a:spcAft>
              <a:defRPr sz="1000" b="1">
                <a:solidFill>
                  <a:schemeClr val="bg1"/>
                </a:solidFill>
                <a:latin typeface="Arial" panose="020B0604020202020204" pitchFamily="34" charset="0"/>
              </a:defRPr>
            </a:lvl9pPr>
          </a:lstStyle>
          <a:p>
            <a:pPr fontAlgn="base">
              <a:spcBef>
                <a:spcPct val="0"/>
              </a:spcBef>
              <a:spcAft>
                <a:spcPct val="0"/>
              </a:spcAft>
              <a:defRPr/>
            </a:pPr>
            <a:r>
              <a:rPr lang="en-US" sz="833" kern="1200" dirty="0">
                <a:solidFill>
                  <a:srgbClr val="FFFFFF"/>
                </a:solidFill>
                <a:ea typeface="+mn-ea"/>
                <a:cs typeface="+mn-cs"/>
              </a:rPr>
              <a:t> </a:t>
            </a:r>
          </a:p>
        </p:txBody>
      </p:sp>
      <p:grpSp>
        <p:nvGrpSpPr>
          <p:cNvPr id="2" name="Group 12"/>
          <p:cNvGrpSpPr/>
          <p:nvPr/>
        </p:nvGrpSpPr>
        <p:grpSpPr>
          <a:xfrm>
            <a:off x="0" y="1"/>
            <a:ext cx="9144000" cy="3301999"/>
            <a:chOff x="0" y="1"/>
            <a:chExt cx="9144000" cy="3962399"/>
          </a:xfrm>
        </p:grpSpPr>
        <p:pic>
          <p:nvPicPr>
            <p:cNvPr id="1026" name="Picture 20" descr="stuf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1"/>
              <a:ext cx="9144000"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bwMode="auto">
            <a:xfrm>
              <a:off x="1371600" y="1295400"/>
              <a:ext cx="7772400" cy="2133600"/>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r" fontAlgn="base">
                <a:spcBef>
                  <a:spcPct val="0"/>
                </a:spcBef>
                <a:spcAft>
                  <a:spcPct val="0"/>
                </a:spcAft>
              </a:pPr>
              <a:endParaRPr lang="en-US" sz="833" b="1" kern="1200">
                <a:solidFill>
                  <a:srgbClr val="FFFFFF"/>
                </a:solidFill>
                <a:ea typeface="+mn-ea"/>
                <a:cs typeface="+mn-cs"/>
              </a:endParaRPr>
            </a:p>
          </p:txBody>
        </p:sp>
      </p:grpSp>
      <p:sp>
        <p:nvSpPr>
          <p:cNvPr id="1028" name="Rectangle 2"/>
          <p:cNvSpPr>
            <a:spLocks noGrp="1" noChangeArrowheads="1"/>
          </p:cNvSpPr>
          <p:nvPr>
            <p:ph type="title"/>
          </p:nvPr>
        </p:nvSpPr>
        <p:spPr bwMode="auto">
          <a:xfrm>
            <a:off x="1371600" y="952500"/>
            <a:ext cx="7772400" cy="4841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8000" tIns="45720" rIns="91440" bIns="45720" numCol="1" anchor="ctr" anchorCtr="0" compatLnSpc="1">
            <a:prstTxWarp prst="textNoShape">
              <a:avLst/>
            </a:prstTxWarp>
          </a:bodyPr>
          <a:lstStyle/>
          <a:p>
            <a:pPr lvl="0"/>
            <a:r>
              <a:rPr lang="en-US" altLang="en-US"/>
              <a:t>Click to edit Master title style</a:t>
            </a:r>
            <a:endParaRPr lang="fr-FR" altLang="en-US" dirty="0"/>
          </a:p>
        </p:txBody>
      </p:sp>
      <p:sp>
        <p:nvSpPr>
          <p:cNvPr id="18" name="Footer Placeholder 4"/>
          <p:cNvSpPr>
            <a:spLocks noGrp="1"/>
          </p:cNvSpPr>
          <p:nvPr>
            <p:ph type="ftr" sz="quarter" idx="3"/>
          </p:nvPr>
        </p:nvSpPr>
        <p:spPr>
          <a:xfrm>
            <a:off x="152400" y="5410730"/>
            <a:ext cx="7543800" cy="304271"/>
          </a:xfrm>
          <a:prstGeom prst="rect">
            <a:avLst/>
          </a:prstGeom>
        </p:spPr>
        <p:txBody>
          <a:bodyPr vert="horz" lIns="91440" tIns="45720" rIns="91440" bIns="45720" rtlCol="0" anchor="ctr"/>
          <a:lstStyle>
            <a:lvl1pPr algn="ctr">
              <a:defRPr sz="833">
                <a:solidFill>
                  <a:schemeClr val="accent3"/>
                </a:solidFill>
                <a:latin typeface="Rockwell" pitchFamily="18" charset="0"/>
              </a:defRPr>
            </a:lvl1pPr>
          </a:lstStyle>
          <a:p>
            <a:endParaRPr lang="en-US" kern="1200" dirty="0">
              <a:solidFill>
                <a:srgbClr val="FFFFFF"/>
              </a:solidFill>
              <a:ea typeface="+mn-ea"/>
              <a:cs typeface="+mn-cs"/>
            </a:endParaRPr>
          </a:p>
        </p:txBody>
      </p:sp>
      <p:sp>
        <p:nvSpPr>
          <p:cNvPr id="19" name="Slide Number Placeholder 5"/>
          <p:cNvSpPr>
            <a:spLocks noGrp="1"/>
          </p:cNvSpPr>
          <p:nvPr>
            <p:ph type="sldNum" sz="quarter" idx="4"/>
          </p:nvPr>
        </p:nvSpPr>
        <p:spPr>
          <a:xfrm>
            <a:off x="7848600" y="5410730"/>
            <a:ext cx="990600" cy="304271"/>
          </a:xfrm>
          <a:prstGeom prst="rect">
            <a:avLst/>
          </a:prstGeom>
        </p:spPr>
        <p:txBody>
          <a:bodyPr/>
          <a:lstStyle>
            <a:lvl1pPr algn="r">
              <a:defRPr>
                <a:solidFill>
                  <a:srgbClr val="FFFFFF"/>
                </a:solidFill>
                <a:latin typeface="Rockwell" pitchFamily="18" charset="0"/>
              </a:defRPr>
            </a:lvl1pPr>
          </a:lstStyle>
          <a:p>
            <a:fld id="{52713451-F6E1-4628-A8E3-1405590B0C33}" type="slidenum">
              <a:rPr lang="en-US" sz="1500" kern="1200" smtClean="0">
                <a:ea typeface="+mn-ea"/>
                <a:cs typeface="+mn-cs"/>
              </a:rPr>
              <a:pPr/>
              <a:t>‹#›</a:t>
            </a:fld>
            <a:endParaRPr lang="en-US" sz="1500" kern="1200" dirty="0">
              <a:ea typeface="+mn-ea"/>
              <a:cs typeface="+mn-cs"/>
            </a:endParaRPr>
          </a:p>
        </p:txBody>
      </p:sp>
      <p:sp>
        <p:nvSpPr>
          <p:cNvPr id="3"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2566F23D-B8F9-47C2-8E15-94CE86CD46E5}"/>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251634571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Lst>
  <p:hf sldNum="0" hdr="0" ftr="0" dt="0"/>
  <p:txStyles>
    <p:titleStyle>
      <a:lvl1pPr algn="l" rtl="0" eaLnBrk="1" fontAlgn="base" hangingPunct="1">
        <a:spcBef>
          <a:spcPct val="0"/>
        </a:spcBef>
        <a:spcAft>
          <a:spcPct val="0"/>
        </a:spcAft>
        <a:defRPr sz="3000" kern="1200">
          <a:solidFill>
            <a:schemeClr val="bg1"/>
          </a:solidFill>
          <a:latin typeface="Rockwell" pitchFamily="18" charset="0"/>
          <a:ea typeface="+mj-ea"/>
          <a:cs typeface="+mj-cs"/>
        </a:defRPr>
      </a:lvl1pPr>
      <a:lvl2pPr algn="l" rtl="0" eaLnBrk="1" fontAlgn="base" hangingPunct="1">
        <a:spcBef>
          <a:spcPct val="0"/>
        </a:spcBef>
        <a:spcAft>
          <a:spcPct val="0"/>
        </a:spcAft>
        <a:defRPr sz="3000">
          <a:solidFill>
            <a:schemeClr val="bg1"/>
          </a:solidFill>
          <a:latin typeface="Arial" panose="020B0604020202020204" pitchFamily="34" charset="0"/>
        </a:defRPr>
      </a:lvl2pPr>
      <a:lvl3pPr algn="l" rtl="0" eaLnBrk="1" fontAlgn="base" hangingPunct="1">
        <a:spcBef>
          <a:spcPct val="0"/>
        </a:spcBef>
        <a:spcAft>
          <a:spcPct val="0"/>
        </a:spcAft>
        <a:defRPr sz="3000">
          <a:solidFill>
            <a:schemeClr val="bg1"/>
          </a:solidFill>
          <a:latin typeface="Arial" panose="020B0604020202020204" pitchFamily="34" charset="0"/>
        </a:defRPr>
      </a:lvl3pPr>
      <a:lvl4pPr algn="l" rtl="0" eaLnBrk="1" fontAlgn="base" hangingPunct="1">
        <a:spcBef>
          <a:spcPct val="0"/>
        </a:spcBef>
        <a:spcAft>
          <a:spcPct val="0"/>
        </a:spcAft>
        <a:defRPr sz="3000">
          <a:solidFill>
            <a:schemeClr val="bg1"/>
          </a:solidFill>
          <a:latin typeface="Arial" panose="020B0604020202020204" pitchFamily="34" charset="0"/>
        </a:defRPr>
      </a:lvl4pPr>
      <a:lvl5pPr algn="l" rtl="0" eaLnBrk="1" fontAlgn="base" hangingPunct="1">
        <a:spcBef>
          <a:spcPct val="0"/>
        </a:spcBef>
        <a:spcAft>
          <a:spcPct val="0"/>
        </a:spcAft>
        <a:defRPr sz="3000">
          <a:solidFill>
            <a:schemeClr val="bg1"/>
          </a:solidFill>
          <a:latin typeface="Arial" panose="020B0604020202020204" pitchFamily="34" charset="0"/>
        </a:defRPr>
      </a:lvl5pPr>
      <a:lvl6pPr marL="380985" algn="l" rtl="0" eaLnBrk="1" fontAlgn="base" hangingPunct="1">
        <a:spcBef>
          <a:spcPct val="0"/>
        </a:spcBef>
        <a:spcAft>
          <a:spcPct val="0"/>
        </a:spcAft>
        <a:defRPr sz="3000">
          <a:solidFill>
            <a:schemeClr val="bg1"/>
          </a:solidFill>
          <a:latin typeface="Arial" panose="020B0604020202020204" pitchFamily="34" charset="0"/>
        </a:defRPr>
      </a:lvl6pPr>
      <a:lvl7pPr marL="761970" algn="l" rtl="0" eaLnBrk="1" fontAlgn="base" hangingPunct="1">
        <a:spcBef>
          <a:spcPct val="0"/>
        </a:spcBef>
        <a:spcAft>
          <a:spcPct val="0"/>
        </a:spcAft>
        <a:defRPr sz="3000">
          <a:solidFill>
            <a:schemeClr val="bg1"/>
          </a:solidFill>
          <a:latin typeface="Arial" panose="020B0604020202020204" pitchFamily="34" charset="0"/>
        </a:defRPr>
      </a:lvl7pPr>
      <a:lvl8pPr marL="1142954" algn="l" rtl="0" eaLnBrk="1" fontAlgn="base" hangingPunct="1">
        <a:spcBef>
          <a:spcPct val="0"/>
        </a:spcBef>
        <a:spcAft>
          <a:spcPct val="0"/>
        </a:spcAft>
        <a:defRPr sz="3000">
          <a:solidFill>
            <a:schemeClr val="bg1"/>
          </a:solidFill>
          <a:latin typeface="Arial" panose="020B0604020202020204" pitchFamily="34" charset="0"/>
        </a:defRPr>
      </a:lvl8pPr>
      <a:lvl9pPr marL="1523939" algn="l" rtl="0" eaLnBrk="1" fontAlgn="base" hangingPunct="1">
        <a:spcBef>
          <a:spcPct val="0"/>
        </a:spcBef>
        <a:spcAft>
          <a:spcPct val="0"/>
        </a:spcAft>
        <a:defRPr sz="3000">
          <a:solidFill>
            <a:schemeClr val="bg1"/>
          </a:solidFill>
          <a:latin typeface="Arial" panose="020B0604020202020204" pitchFamily="34" charset="0"/>
        </a:defRPr>
      </a:lvl9pPr>
    </p:titleStyle>
    <p:bodyStyle>
      <a:lvl1pPr marL="285739" indent="-285739" algn="l" rtl="0" eaLnBrk="1" fontAlgn="base" hangingPunct="1">
        <a:spcBef>
          <a:spcPct val="20000"/>
        </a:spcBef>
        <a:spcAft>
          <a:spcPct val="0"/>
        </a:spcAft>
        <a:buClr>
          <a:srgbClr val="B4CCE2"/>
        </a:buClr>
        <a:buChar char="•"/>
        <a:defRPr sz="2000" kern="1200">
          <a:solidFill>
            <a:schemeClr val="tx1"/>
          </a:solidFill>
          <a:latin typeface="+mn-lt"/>
          <a:ea typeface="+mn-ea"/>
          <a:cs typeface="+mn-cs"/>
        </a:defRPr>
      </a:lvl1pPr>
      <a:lvl2pPr marL="619100" indent="-238115" algn="l" rtl="0" eaLnBrk="1" fontAlgn="base" hangingPunct="1">
        <a:spcBef>
          <a:spcPct val="20000"/>
        </a:spcBef>
        <a:spcAft>
          <a:spcPct val="0"/>
        </a:spcAft>
        <a:buClr>
          <a:srgbClr val="B4CCE2"/>
        </a:buClr>
        <a:buChar char="–"/>
        <a:defRPr sz="1667" kern="1200">
          <a:solidFill>
            <a:schemeClr val="tx1"/>
          </a:solidFill>
          <a:latin typeface="+mn-lt"/>
          <a:ea typeface="+mn-ea"/>
          <a:cs typeface="+mn-cs"/>
        </a:defRPr>
      </a:lvl2pPr>
      <a:lvl3pPr marL="952462" indent="-190492" algn="l" rtl="0" eaLnBrk="1" fontAlgn="base" hangingPunct="1">
        <a:spcBef>
          <a:spcPct val="20000"/>
        </a:spcBef>
        <a:spcAft>
          <a:spcPct val="0"/>
        </a:spcAft>
        <a:buClr>
          <a:srgbClr val="B4CCE2"/>
        </a:buClr>
        <a:buChar char="•"/>
        <a:defRPr kern="1200">
          <a:solidFill>
            <a:schemeClr val="tx1"/>
          </a:solidFill>
          <a:latin typeface="+mn-lt"/>
          <a:ea typeface="+mn-ea"/>
          <a:cs typeface="+mn-cs"/>
        </a:defRPr>
      </a:lvl3pPr>
      <a:lvl4pPr marL="1333447"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4pPr>
      <a:lvl5pPr marL="1714431" indent="-190492" algn="l" rtl="0" eaLnBrk="1" fontAlgn="base" hangingPunct="1">
        <a:spcBef>
          <a:spcPct val="20000"/>
        </a:spcBef>
        <a:spcAft>
          <a:spcPct val="0"/>
        </a:spcAft>
        <a:buClr>
          <a:srgbClr val="B4CCE2"/>
        </a:buClr>
        <a:buChar char="»"/>
        <a:defRPr sz="1333"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ppt_management">
            <a:extLst>
              <a:ext uri="{FF2B5EF4-FFF2-40B4-BE49-F238E27FC236}">
                <a16:creationId xmlns:a16="http://schemas.microsoft.com/office/drawing/2014/main" id="{B050ED94-691C-4825-8ACA-FC08EBC92BB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2AD1D54A-81BC-4C78-94AE-BCC4E82B487B}"/>
              </a:ext>
            </a:extLst>
          </p:cNvPr>
          <p:cNvSpPr>
            <a:spLocks noGrp="1" noChangeArrowheads="1"/>
          </p:cNvSpPr>
          <p:nvPr>
            <p:ph type="title"/>
          </p:nvPr>
        </p:nvSpPr>
        <p:spPr bwMode="auto">
          <a:xfrm>
            <a:off x="457200" y="948532"/>
            <a:ext cx="82296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AU" altLang="en-US"/>
          </a:p>
        </p:txBody>
      </p:sp>
      <p:sp>
        <p:nvSpPr>
          <p:cNvPr id="1028" name="Rectangle 3">
            <a:extLst>
              <a:ext uri="{FF2B5EF4-FFF2-40B4-BE49-F238E27FC236}">
                <a16:creationId xmlns:a16="http://schemas.microsoft.com/office/drawing/2014/main" id="{4C4DA4FD-E61A-4DFD-ABA3-A32C9634091A}"/>
              </a:ext>
            </a:extLst>
          </p:cNvPr>
          <p:cNvSpPr>
            <a:spLocks noGrp="1" noChangeArrowheads="1"/>
          </p:cNvSpPr>
          <p:nvPr>
            <p:ph type="body" idx="1"/>
          </p:nvPr>
        </p:nvSpPr>
        <p:spPr bwMode="auto">
          <a:xfrm>
            <a:off x="457200" y="2053167"/>
            <a:ext cx="8229600" cy="314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2" name="MSIPCMContentMarking" descr="{&quot;HashCode&quot;:1610746136,&quot;Placement&quot;:&quot;Header&quot;,&quot;Top&quot;:0.0,&quot;Left&quot;:278.729126,&quot;SlideWidth&quot;:720,&quot;SlideHeight&quot;:450}">
            <a:extLst>
              <a:ext uri="{FF2B5EF4-FFF2-40B4-BE49-F238E27FC236}">
                <a16:creationId xmlns:a16="http://schemas.microsoft.com/office/drawing/2014/main" id="{8C42E18E-2878-41C1-8CBC-9561EEEF874B}"/>
              </a:ext>
            </a:extLst>
          </p:cNvPr>
          <p:cNvSpPr txBox="1"/>
          <p:nvPr/>
        </p:nvSpPr>
        <p:spPr>
          <a:xfrm>
            <a:off x="3539860" y="0"/>
            <a:ext cx="2064281" cy="296525"/>
          </a:xfrm>
          <a:prstGeom prst="rect">
            <a:avLst/>
          </a:prstGeom>
          <a:noFill/>
        </p:spPr>
        <p:txBody>
          <a:bodyPr vert="horz" wrap="square" lIns="0" tIns="0" rIns="0" bIns="0" rtlCol="0" anchor="ctr" anchorCtr="1">
            <a:spAutoFit/>
          </a:bodyPr>
          <a:lstStyle/>
          <a:p>
            <a:pPr algn="ctr">
              <a:spcBef>
                <a:spcPts val="0"/>
              </a:spcBef>
              <a:spcAft>
                <a:spcPts val="0"/>
              </a:spcAft>
            </a:pPr>
            <a:r>
              <a:rPr lang="en-AU" sz="1200">
                <a:solidFill>
                  <a:srgbClr val="EEDC00"/>
                </a:solidFill>
                <a:latin typeface="Calibri" panose="020F0502020204030204" pitchFamily="34" charset="0"/>
              </a:rPr>
              <a:t>RMIT Classification: Trusted</a:t>
            </a:r>
          </a:p>
        </p:txBody>
      </p:sp>
    </p:spTree>
    <p:extLst>
      <p:ext uri="{BB962C8B-B14F-4D97-AF65-F5344CB8AC3E}">
        <p14:creationId xmlns:p14="http://schemas.microsoft.com/office/powerpoint/2010/main" val="1683058100"/>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ctr" rtl="0" eaLnBrk="1" fontAlgn="base" hangingPunct="1">
        <a:spcBef>
          <a:spcPct val="0"/>
        </a:spcBef>
        <a:spcAft>
          <a:spcPct val="0"/>
        </a:spcAft>
        <a:defRPr sz="3667">
          <a:solidFill>
            <a:schemeClr val="tx2"/>
          </a:solidFill>
          <a:latin typeface="+mj-lt"/>
          <a:ea typeface="+mj-ea"/>
          <a:cs typeface="+mj-cs"/>
        </a:defRPr>
      </a:lvl1pPr>
      <a:lvl2pPr algn="ctr" rtl="0" eaLnBrk="1" fontAlgn="base" hangingPunct="1">
        <a:spcBef>
          <a:spcPct val="0"/>
        </a:spcBef>
        <a:spcAft>
          <a:spcPct val="0"/>
        </a:spcAft>
        <a:defRPr sz="3667">
          <a:solidFill>
            <a:schemeClr val="tx2"/>
          </a:solidFill>
          <a:latin typeface="Arial" charset="0"/>
        </a:defRPr>
      </a:lvl2pPr>
      <a:lvl3pPr algn="ctr" rtl="0" eaLnBrk="1" fontAlgn="base" hangingPunct="1">
        <a:spcBef>
          <a:spcPct val="0"/>
        </a:spcBef>
        <a:spcAft>
          <a:spcPct val="0"/>
        </a:spcAft>
        <a:defRPr sz="3667">
          <a:solidFill>
            <a:schemeClr val="tx2"/>
          </a:solidFill>
          <a:latin typeface="Arial" charset="0"/>
        </a:defRPr>
      </a:lvl3pPr>
      <a:lvl4pPr algn="ctr" rtl="0" eaLnBrk="1" fontAlgn="base" hangingPunct="1">
        <a:spcBef>
          <a:spcPct val="0"/>
        </a:spcBef>
        <a:spcAft>
          <a:spcPct val="0"/>
        </a:spcAft>
        <a:defRPr sz="3667">
          <a:solidFill>
            <a:schemeClr val="tx2"/>
          </a:solidFill>
          <a:latin typeface="Arial" charset="0"/>
        </a:defRPr>
      </a:lvl4pPr>
      <a:lvl5pPr algn="ctr" rtl="0" eaLnBrk="1" fontAlgn="base" hangingPunct="1">
        <a:spcBef>
          <a:spcPct val="0"/>
        </a:spcBef>
        <a:spcAft>
          <a:spcPct val="0"/>
        </a:spcAft>
        <a:defRPr sz="3667">
          <a:solidFill>
            <a:schemeClr val="tx2"/>
          </a:solidFill>
          <a:latin typeface="Arial" charset="0"/>
        </a:defRPr>
      </a:lvl5pPr>
      <a:lvl6pPr marL="380985" algn="ctr" rtl="0" eaLnBrk="1" fontAlgn="base" hangingPunct="1">
        <a:spcBef>
          <a:spcPct val="0"/>
        </a:spcBef>
        <a:spcAft>
          <a:spcPct val="0"/>
        </a:spcAft>
        <a:defRPr sz="3667">
          <a:solidFill>
            <a:schemeClr val="tx2"/>
          </a:solidFill>
          <a:latin typeface="Arial" charset="0"/>
        </a:defRPr>
      </a:lvl6pPr>
      <a:lvl7pPr marL="761970" algn="ctr" rtl="0" eaLnBrk="1" fontAlgn="base" hangingPunct="1">
        <a:spcBef>
          <a:spcPct val="0"/>
        </a:spcBef>
        <a:spcAft>
          <a:spcPct val="0"/>
        </a:spcAft>
        <a:defRPr sz="3667">
          <a:solidFill>
            <a:schemeClr val="tx2"/>
          </a:solidFill>
          <a:latin typeface="Arial" charset="0"/>
        </a:defRPr>
      </a:lvl7pPr>
      <a:lvl8pPr marL="1142954" algn="ctr" rtl="0" eaLnBrk="1" fontAlgn="base" hangingPunct="1">
        <a:spcBef>
          <a:spcPct val="0"/>
        </a:spcBef>
        <a:spcAft>
          <a:spcPct val="0"/>
        </a:spcAft>
        <a:defRPr sz="3667">
          <a:solidFill>
            <a:schemeClr val="tx2"/>
          </a:solidFill>
          <a:latin typeface="Arial" charset="0"/>
        </a:defRPr>
      </a:lvl8pPr>
      <a:lvl9pPr marL="1523939" algn="ctr" rtl="0" eaLnBrk="1" fontAlgn="base" hangingPunct="1">
        <a:spcBef>
          <a:spcPct val="0"/>
        </a:spcBef>
        <a:spcAft>
          <a:spcPct val="0"/>
        </a:spcAft>
        <a:defRPr sz="3667">
          <a:solidFill>
            <a:schemeClr val="tx2"/>
          </a:solidFill>
          <a:latin typeface="Arial" charset="0"/>
        </a:defRPr>
      </a:lvl9pPr>
    </p:titleStyle>
    <p:bodyStyle>
      <a:lvl1pPr marL="285739" indent="-285739" algn="l" rtl="0" eaLnBrk="1" fontAlgn="base" hangingPunct="1">
        <a:spcBef>
          <a:spcPct val="20000"/>
        </a:spcBef>
        <a:spcAft>
          <a:spcPct val="0"/>
        </a:spcAft>
        <a:buChar char="•"/>
        <a:defRPr sz="2667">
          <a:solidFill>
            <a:schemeClr val="tx1"/>
          </a:solidFill>
          <a:latin typeface="+mn-lt"/>
          <a:ea typeface="+mn-ea"/>
          <a:cs typeface="+mn-cs"/>
        </a:defRPr>
      </a:lvl1pPr>
      <a:lvl2pPr marL="619100" indent="-238115" algn="l" rtl="0" eaLnBrk="1" fontAlgn="base" hangingPunct="1">
        <a:spcBef>
          <a:spcPct val="20000"/>
        </a:spcBef>
        <a:spcAft>
          <a:spcPct val="0"/>
        </a:spcAft>
        <a:buChar char="–"/>
        <a:defRPr sz="2333">
          <a:solidFill>
            <a:schemeClr val="tx1"/>
          </a:solidFill>
          <a:latin typeface="+mn-lt"/>
        </a:defRPr>
      </a:lvl2pPr>
      <a:lvl3pPr marL="952462" indent="-190492" algn="l" rtl="0" eaLnBrk="1" fontAlgn="base" hangingPunct="1">
        <a:spcBef>
          <a:spcPct val="20000"/>
        </a:spcBef>
        <a:spcAft>
          <a:spcPct val="0"/>
        </a:spcAft>
        <a:buChar char="•"/>
        <a:defRPr sz="2000">
          <a:solidFill>
            <a:schemeClr val="tx1"/>
          </a:solidFill>
          <a:latin typeface="+mn-lt"/>
        </a:defRPr>
      </a:lvl3pPr>
      <a:lvl4pPr marL="1333447" indent="-190492" algn="l" rtl="0" eaLnBrk="1" fontAlgn="base" hangingPunct="1">
        <a:spcBef>
          <a:spcPct val="20000"/>
        </a:spcBef>
        <a:spcAft>
          <a:spcPct val="0"/>
        </a:spcAft>
        <a:buChar char="–"/>
        <a:defRPr sz="1667">
          <a:solidFill>
            <a:schemeClr val="tx1"/>
          </a:solidFill>
          <a:latin typeface="+mn-lt"/>
        </a:defRPr>
      </a:lvl4pPr>
      <a:lvl5pPr marL="1714431" indent="-190492" algn="l" rtl="0" eaLnBrk="1" fontAlgn="base" hangingPunct="1">
        <a:spcBef>
          <a:spcPct val="20000"/>
        </a:spcBef>
        <a:spcAft>
          <a:spcPct val="0"/>
        </a:spcAft>
        <a:buChar char="»"/>
        <a:defRPr sz="1667">
          <a:solidFill>
            <a:schemeClr val="tx1"/>
          </a:solidFill>
          <a:latin typeface="+mn-lt"/>
        </a:defRPr>
      </a:lvl5pPr>
      <a:lvl6pPr marL="2095416" indent="-190492" algn="l" rtl="0" eaLnBrk="1" fontAlgn="base" hangingPunct="1">
        <a:spcBef>
          <a:spcPct val="20000"/>
        </a:spcBef>
        <a:spcAft>
          <a:spcPct val="0"/>
        </a:spcAft>
        <a:buChar char="»"/>
        <a:defRPr sz="1667">
          <a:solidFill>
            <a:schemeClr val="tx1"/>
          </a:solidFill>
          <a:latin typeface="+mn-lt"/>
        </a:defRPr>
      </a:lvl6pPr>
      <a:lvl7pPr marL="2476401" indent="-190492" algn="l" rtl="0" eaLnBrk="1" fontAlgn="base" hangingPunct="1">
        <a:spcBef>
          <a:spcPct val="20000"/>
        </a:spcBef>
        <a:spcAft>
          <a:spcPct val="0"/>
        </a:spcAft>
        <a:buChar char="»"/>
        <a:defRPr sz="1667">
          <a:solidFill>
            <a:schemeClr val="tx1"/>
          </a:solidFill>
          <a:latin typeface="+mn-lt"/>
        </a:defRPr>
      </a:lvl7pPr>
      <a:lvl8pPr marL="2857386" indent="-190492" algn="l" rtl="0" eaLnBrk="1" fontAlgn="base" hangingPunct="1">
        <a:spcBef>
          <a:spcPct val="20000"/>
        </a:spcBef>
        <a:spcAft>
          <a:spcPct val="0"/>
        </a:spcAft>
        <a:buChar char="»"/>
        <a:defRPr sz="1667">
          <a:solidFill>
            <a:schemeClr val="tx1"/>
          </a:solidFill>
          <a:latin typeface="+mn-lt"/>
        </a:defRPr>
      </a:lvl8pPr>
      <a:lvl9pPr marL="3238370" indent="-190492" algn="l" rtl="0" eaLnBrk="1" fontAlgn="base" hangingPunct="1">
        <a:spcBef>
          <a:spcPct val="20000"/>
        </a:spcBef>
        <a:spcAft>
          <a:spcPct val="0"/>
        </a:spcAft>
        <a:buChar char="»"/>
        <a:defRPr sz="1667">
          <a:solidFill>
            <a:schemeClr val="tx1"/>
          </a:solidFill>
          <a:latin typeface="+mn-lt"/>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xml"/><Relationship Id="rId7" Type="http://schemas.openxmlformats.org/officeDocument/2006/relationships/diagramColors" Target="../diagrams/colors1.xml"/><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Shape 75"/>
          <p:cNvSpPr txBox="1">
            <a:spLocks noGrp="1"/>
          </p:cNvSpPr>
          <p:nvPr>
            <p:ph type="ctrTitle"/>
          </p:nvPr>
        </p:nvSpPr>
        <p:spPr>
          <a:xfrm>
            <a:off x="838200" y="1905001"/>
            <a:ext cx="7467599" cy="1641822"/>
          </a:xfrm>
          <a:prstGeom prst="rect">
            <a:avLst/>
          </a:prstGeom>
        </p:spPr>
        <p:txBody>
          <a:bodyPr spcFirstLastPara="1" wrap="square" lIns="91425" tIns="91425" rIns="91425" bIns="91425" anchor="b" anchorCtr="0">
            <a:noAutofit/>
          </a:bodyPr>
          <a:lstStyle/>
          <a:p>
            <a:r>
              <a:rPr lang="en-US" sz="2400" b="1" dirty="0">
                <a:latin typeface="Times New Roman" pitchFamily="18" charset="0"/>
                <a:cs typeface="Times New Roman" pitchFamily="18" charset="0"/>
              </a:rPr>
              <a:t>EXPLORING ORGANISATIONAL APPROACHES TO INTERNATIONAL MARKET ENTRY UNDER </a:t>
            </a:r>
            <a:r>
              <a:rPr lang="en-US" sz="2400" b="1">
                <a:latin typeface="Times New Roman" pitchFamily="18" charset="0"/>
                <a:cs typeface="Times New Roman" pitchFamily="18" charset="0"/>
              </a:rPr>
              <a:t>GLOBAL ECONOMY </a:t>
            </a:r>
            <a:endParaRPr lang="en-GB" sz="1400" dirty="0">
              <a:latin typeface="Times New Roman" pitchFamily="18" charset="0"/>
              <a:cs typeface="Times New Roman" pitchFamily="18" charset="0"/>
            </a:endParaRPr>
          </a:p>
        </p:txBody>
      </p:sp>
      <p:sp>
        <p:nvSpPr>
          <p:cNvPr id="76" name="Shape 76"/>
          <p:cNvSpPr txBox="1">
            <a:spLocks noGrp="1"/>
          </p:cNvSpPr>
          <p:nvPr>
            <p:ph type="subTitle" idx="1"/>
          </p:nvPr>
        </p:nvSpPr>
        <p:spPr>
          <a:xfrm>
            <a:off x="3013964" y="4540553"/>
            <a:ext cx="3054600" cy="779400"/>
          </a:xfrm>
          <a:prstGeom prst="rect">
            <a:avLst/>
          </a:prstGeom>
        </p:spPr>
        <p:txBody>
          <a:bodyPr spcFirstLastPara="1" wrap="square" lIns="91425" tIns="91425" rIns="91425" bIns="91425" anchor="t" anchorCtr="0">
            <a:noAutofit/>
          </a:bodyPr>
          <a:lstStyle/>
          <a:p>
            <a:r>
              <a:rPr lang="en-GB" sz="1400" b="1" dirty="0">
                <a:latin typeface="Times New Roman" pitchFamily="18" charset="0"/>
                <a:cs typeface="Times New Roman" pitchFamily="18" charset="0"/>
              </a:rPr>
              <a:t>Student Name: Rama </a:t>
            </a:r>
            <a:r>
              <a:rPr lang="en-GB" sz="1400" b="1" dirty="0" err="1">
                <a:latin typeface="Times New Roman" pitchFamily="18" charset="0"/>
                <a:cs typeface="Times New Roman" pitchFamily="18" charset="0"/>
              </a:rPr>
              <a:t>Koteswara</a:t>
            </a:r>
            <a:r>
              <a:rPr lang="en-GB" sz="1400" b="1" dirty="0">
                <a:latin typeface="Times New Roman" pitchFamily="18" charset="0"/>
                <a:cs typeface="Times New Roman" pitchFamily="18" charset="0"/>
              </a:rPr>
              <a:t> </a:t>
            </a:r>
            <a:r>
              <a:rPr lang="en-GB" sz="1400" b="1" dirty="0" err="1">
                <a:latin typeface="Times New Roman" pitchFamily="18" charset="0"/>
                <a:cs typeface="Times New Roman" pitchFamily="18" charset="0"/>
              </a:rPr>
              <a:t>Rao</a:t>
            </a:r>
            <a:r>
              <a:rPr lang="en-GB" sz="1400" b="1" dirty="0">
                <a:latin typeface="Times New Roman" pitchFamily="18" charset="0"/>
                <a:cs typeface="Times New Roman" pitchFamily="18" charset="0"/>
              </a:rPr>
              <a:t> </a:t>
            </a:r>
            <a:r>
              <a:rPr lang="en-GB" sz="1400" b="1" dirty="0" err="1">
                <a:latin typeface="Times New Roman" pitchFamily="18" charset="0"/>
                <a:cs typeface="Times New Roman" pitchFamily="18" charset="0"/>
              </a:rPr>
              <a:t>Mangineni</a:t>
            </a:r>
            <a:endParaRPr lang="en-GB" sz="1400" b="1" dirty="0">
              <a:latin typeface="Times New Roman" pitchFamily="18" charset="0"/>
              <a:cs typeface="Times New Roman" pitchFamily="18" charset="0"/>
            </a:endParaRPr>
          </a:p>
          <a:p>
            <a:r>
              <a:rPr lang="en-GB" sz="1400" b="1" dirty="0">
                <a:latin typeface="Times New Roman" pitchFamily="18" charset="0"/>
                <a:cs typeface="Times New Roman" pitchFamily="18" charset="0"/>
              </a:rPr>
              <a:t>Student ID: S24013995</a:t>
            </a:r>
          </a:p>
        </p:txBody>
      </p:sp>
      <p:sp>
        <p:nvSpPr>
          <p:cNvPr id="2" name="Oval 1"/>
          <p:cNvSpPr/>
          <p:nvPr/>
        </p:nvSpPr>
        <p:spPr bwMode="auto">
          <a:xfrm>
            <a:off x="3603171" y="0"/>
            <a:ext cx="2090058" cy="293914"/>
          </a:xfrm>
          <a:prstGeom prst="ellipse">
            <a:avLst/>
          </a:prstGeom>
          <a:solidFill>
            <a:schemeClr val="accent1">
              <a:lumMod val="9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1000" b="1" i="0" u="none" strike="noStrike" cap="none" normalizeH="0" baseline="0">
              <a:ln>
                <a:noFill/>
              </a:ln>
              <a:solidFill>
                <a:schemeClr val="bg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5F5D-85FC-4DCF-9852-5DB67BA800B6}"/>
              </a:ext>
            </a:extLst>
          </p:cNvPr>
          <p:cNvSpPr>
            <a:spLocks noGrp="1"/>
          </p:cNvSpPr>
          <p:nvPr>
            <p:ph type="title"/>
          </p:nvPr>
        </p:nvSpPr>
        <p:spPr/>
        <p:txBody>
          <a:bodyPr/>
          <a:lstStyle/>
          <a:p>
            <a:r>
              <a:rPr lang="en-GB" sz="2400" b="1" dirty="0">
                <a:latin typeface="Times New Roman" pitchFamily="18" charset="0"/>
                <a:cs typeface="Times New Roman" pitchFamily="18" charset="0"/>
              </a:rPr>
              <a:t>RESEARCH DESIGN AND METHODOLOGICAL CHOICES</a:t>
            </a:r>
            <a:endParaRPr lang="en-US" sz="24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EB8A59C-269E-4E9A-8BA8-6F11DAE70E28}"/>
              </a:ext>
            </a:extLst>
          </p:cNvPr>
          <p:cNvSpPr>
            <a:spLocks noGrp="1"/>
          </p:cNvSpPr>
          <p:nvPr>
            <p:ph idx="1"/>
          </p:nvPr>
        </p:nvSpPr>
        <p:spPr>
          <a:xfrm>
            <a:off x="0" y="1119976"/>
            <a:ext cx="4819650" cy="3899198"/>
          </a:xfrm>
        </p:spPr>
        <p:txBody>
          <a:bodyPr/>
          <a:lstStyle/>
          <a:p>
            <a:pPr lvl="0" algn="just"/>
            <a:r>
              <a:rPr lang="en-GB" sz="1800" dirty="0">
                <a:latin typeface="Times New Roman" pitchFamily="18" charset="0"/>
                <a:cs typeface="Times New Roman" pitchFamily="18" charset="0"/>
              </a:rPr>
              <a:t>The chapter outlines the methodological choices undertaken in investigating how internationally operated firms embraces effective market entry strategies amid global economic uncertainties </a:t>
            </a:r>
          </a:p>
          <a:p>
            <a:pPr lvl="0" algn="just"/>
            <a:r>
              <a:rPr lang="en-GB" sz="1800" dirty="0">
                <a:latin typeface="Times New Roman" pitchFamily="18" charset="0"/>
                <a:cs typeface="Times New Roman" pitchFamily="18" charset="0"/>
              </a:rPr>
              <a:t>Philosophy- Positivism philosophy (</a:t>
            </a:r>
            <a:r>
              <a:rPr lang="en-GB" sz="1800" dirty="0" err="1">
                <a:latin typeface="Times New Roman" pitchFamily="18" charset="0"/>
                <a:cs typeface="Times New Roman" pitchFamily="18" charset="0"/>
              </a:rPr>
              <a:t>Maretha</a:t>
            </a:r>
            <a:r>
              <a:rPr lang="en-GB" sz="1800" dirty="0">
                <a:latin typeface="Times New Roman" pitchFamily="18" charset="0"/>
                <a:cs typeface="Times New Roman" pitchFamily="18" charset="0"/>
              </a:rPr>
              <a:t>, 2023)</a:t>
            </a:r>
          </a:p>
          <a:p>
            <a:pPr lvl="0" algn="just"/>
            <a:r>
              <a:rPr lang="en-GB" sz="1800" dirty="0">
                <a:latin typeface="Times New Roman" pitchFamily="18" charset="0"/>
                <a:cs typeface="Times New Roman" pitchFamily="18" charset="0"/>
              </a:rPr>
              <a:t>Approach- Deductive approach (Kumar and </a:t>
            </a:r>
            <a:r>
              <a:rPr lang="en-GB" sz="1800" dirty="0" err="1">
                <a:latin typeface="Times New Roman" pitchFamily="18" charset="0"/>
                <a:cs typeface="Times New Roman" pitchFamily="18" charset="0"/>
              </a:rPr>
              <a:t>Ujire</a:t>
            </a:r>
            <a:r>
              <a:rPr lang="en-GB" sz="1800" dirty="0">
                <a:latin typeface="Times New Roman" pitchFamily="18" charset="0"/>
                <a:cs typeface="Times New Roman" pitchFamily="18" charset="0"/>
              </a:rPr>
              <a:t>, 2024)</a:t>
            </a:r>
          </a:p>
          <a:p>
            <a:pPr lvl="0" algn="just"/>
            <a:r>
              <a:rPr lang="en-GB" sz="1800" dirty="0">
                <a:latin typeface="Times New Roman" pitchFamily="18" charset="0"/>
                <a:cs typeface="Times New Roman" pitchFamily="18" charset="0"/>
              </a:rPr>
              <a:t>Design- Descriptive design (</a:t>
            </a:r>
            <a:r>
              <a:rPr lang="en-GB" sz="1800" dirty="0" err="1">
                <a:latin typeface="Times New Roman" pitchFamily="18" charset="0"/>
                <a:cs typeface="Times New Roman" pitchFamily="18" charset="0"/>
              </a:rPr>
              <a:t>Younas</a:t>
            </a:r>
            <a:r>
              <a:rPr lang="en-GB" sz="1800" dirty="0">
                <a:latin typeface="Times New Roman" pitchFamily="18" charset="0"/>
                <a:cs typeface="Times New Roman" pitchFamily="18" charset="0"/>
              </a:rPr>
              <a:t> </a:t>
            </a:r>
            <a:r>
              <a:rPr lang="en-GB" sz="1800" i="1" dirty="0">
                <a:latin typeface="Times New Roman" pitchFamily="18" charset="0"/>
                <a:cs typeface="Times New Roman" pitchFamily="18" charset="0"/>
              </a:rPr>
              <a:t>et al</a:t>
            </a:r>
            <a:r>
              <a:rPr lang="en-GB" sz="1800" dirty="0">
                <a:latin typeface="Times New Roman" pitchFamily="18" charset="0"/>
                <a:cs typeface="Times New Roman" pitchFamily="18" charset="0"/>
              </a:rPr>
              <a:t>., 2023)</a:t>
            </a:r>
          </a:p>
          <a:p>
            <a:pPr lvl="0" algn="just"/>
            <a:r>
              <a:rPr lang="en-GB" sz="1800" dirty="0">
                <a:latin typeface="Times New Roman" pitchFamily="18" charset="0"/>
                <a:cs typeface="Times New Roman" pitchFamily="18" charset="0"/>
              </a:rPr>
              <a:t>Methodological choice- Quantitative </a:t>
            </a:r>
          </a:p>
        </p:txBody>
      </p:sp>
      <p:sp>
        <p:nvSpPr>
          <p:cNvPr id="4" name="AutoShape 2" descr="1: The Research Onion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1: The Research Onion | Download Scientific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752600"/>
            <a:ext cx="3848100" cy="2676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079332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5F5D-85FC-4DCF-9852-5DB67BA800B6}"/>
              </a:ext>
            </a:extLst>
          </p:cNvPr>
          <p:cNvSpPr>
            <a:spLocks noGrp="1"/>
          </p:cNvSpPr>
          <p:nvPr>
            <p:ph type="title"/>
          </p:nvPr>
        </p:nvSpPr>
        <p:spPr/>
        <p:txBody>
          <a:bodyPr/>
          <a:lstStyle/>
          <a:p>
            <a:r>
              <a:rPr lang="en-GB" sz="2400" b="1" dirty="0">
                <a:latin typeface="Times New Roman" pitchFamily="18" charset="0"/>
                <a:cs typeface="Times New Roman" pitchFamily="18" charset="0"/>
              </a:rPr>
              <a:t>RESEARCH STRATEGY, RESEARCH POPULATION, TIME HORIZON AND DATA COLLECTION PROCESS</a:t>
            </a:r>
            <a:endParaRPr lang="en-US" sz="24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EB8A59C-269E-4E9A-8BA8-6F11DAE70E28}"/>
              </a:ext>
            </a:extLst>
          </p:cNvPr>
          <p:cNvSpPr>
            <a:spLocks noGrp="1"/>
          </p:cNvSpPr>
          <p:nvPr>
            <p:ph idx="1"/>
          </p:nvPr>
        </p:nvSpPr>
        <p:spPr>
          <a:xfrm>
            <a:off x="4279900" y="1101271"/>
            <a:ext cx="4864100" cy="3907971"/>
          </a:xfrm>
        </p:spPr>
        <p:txBody>
          <a:bodyPr/>
          <a:lstStyle/>
          <a:p>
            <a:pPr lvl="0" algn="just">
              <a:lnSpc>
                <a:spcPct val="150000"/>
              </a:lnSpc>
            </a:pPr>
            <a:r>
              <a:rPr lang="en-GB" sz="1800" dirty="0">
                <a:latin typeface="Times New Roman" pitchFamily="18" charset="0"/>
                <a:cs typeface="Times New Roman" pitchFamily="18" charset="0"/>
              </a:rPr>
              <a:t>Data collection process- Primary Quantitative (</a:t>
            </a:r>
            <a:r>
              <a:rPr lang="en-GB" sz="1800" dirty="0" err="1">
                <a:latin typeface="Times New Roman" pitchFamily="18" charset="0"/>
                <a:cs typeface="Times New Roman" pitchFamily="18" charset="0"/>
              </a:rPr>
              <a:t>Steleżuk</a:t>
            </a:r>
            <a:r>
              <a:rPr lang="en-GB" sz="1800" dirty="0">
                <a:latin typeface="Times New Roman" pitchFamily="18" charset="0"/>
                <a:cs typeface="Times New Roman" pitchFamily="18" charset="0"/>
              </a:rPr>
              <a:t> and </a:t>
            </a:r>
            <a:r>
              <a:rPr lang="en-GB" sz="1800" dirty="0" err="1">
                <a:latin typeface="Times New Roman" pitchFamily="18" charset="0"/>
                <a:cs typeface="Times New Roman" pitchFamily="18" charset="0"/>
              </a:rPr>
              <a:t>Wolanin</a:t>
            </a:r>
            <a:r>
              <a:rPr lang="en-GB" sz="1800" dirty="0">
                <a:latin typeface="Times New Roman" pitchFamily="18" charset="0"/>
                <a:cs typeface="Times New Roman" pitchFamily="18" charset="0"/>
              </a:rPr>
              <a:t>, 2023)</a:t>
            </a:r>
          </a:p>
          <a:p>
            <a:pPr lvl="0" algn="just">
              <a:lnSpc>
                <a:spcPct val="150000"/>
              </a:lnSpc>
            </a:pPr>
            <a:r>
              <a:rPr lang="en-GB" sz="1800" dirty="0">
                <a:latin typeface="Times New Roman" pitchFamily="18" charset="0"/>
                <a:cs typeface="Times New Roman" pitchFamily="18" charset="0"/>
              </a:rPr>
              <a:t>Time horizon- Cross-sectional (</a:t>
            </a:r>
            <a:r>
              <a:rPr lang="en-GB" sz="1800" dirty="0" err="1">
                <a:latin typeface="Times New Roman" pitchFamily="18" charset="0"/>
                <a:cs typeface="Times New Roman" pitchFamily="18" charset="0"/>
              </a:rPr>
              <a:t>Hunziker</a:t>
            </a:r>
            <a:r>
              <a:rPr lang="en-GB" sz="1800" dirty="0">
                <a:latin typeface="Times New Roman" pitchFamily="18" charset="0"/>
                <a:cs typeface="Times New Roman" pitchFamily="18" charset="0"/>
              </a:rPr>
              <a:t> and </a:t>
            </a:r>
            <a:r>
              <a:rPr lang="en-GB" sz="1800" dirty="0" err="1">
                <a:latin typeface="Times New Roman" pitchFamily="18" charset="0"/>
                <a:cs typeface="Times New Roman" pitchFamily="18" charset="0"/>
              </a:rPr>
              <a:t>Blankenagel</a:t>
            </a:r>
            <a:r>
              <a:rPr lang="en-GB" sz="1800" dirty="0">
                <a:latin typeface="Times New Roman" pitchFamily="18" charset="0"/>
                <a:cs typeface="Times New Roman" pitchFamily="18" charset="0"/>
              </a:rPr>
              <a:t>, 2024)</a:t>
            </a:r>
          </a:p>
          <a:p>
            <a:pPr lvl="0" algn="just">
              <a:lnSpc>
                <a:spcPct val="150000"/>
              </a:lnSpc>
            </a:pPr>
            <a:r>
              <a:rPr lang="en-GB" sz="1800" dirty="0">
                <a:latin typeface="Times New Roman" pitchFamily="18" charset="0"/>
                <a:cs typeface="Times New Roman" pitchFamily="18" charset="0"/>
              </a:rPr>
              <a:t>Research strategy- Survey/ Questionnaires (</a:t>
            </a:r>
            <a:r>
              <a:rPr lang="en-GB" sz="1800" dirty="0" err="1">
                <a:latin typeface="Times New Roman" pitchFamily="18" charset="0"/>
                <a:cs typeface="Times New Roman" pitchFamily="18" charset="0"/>
              </a:rPr>
              <a:t>Ghanad</a:t>
            </a:r>
            <a:r>
              <a:rPr lang="en-GB" sz="1800" dirty="0">
                <a:latin typeface="Times New Roman" pitchFamily="18" charset="0"/>
                <a:cs typeface="Times New Roman" pitchFamily="18" charset="0"/>
              </a:rPr>
              <a:t>, 2023)</a:t>
            </a:r>
          </a:p>
          <a:p>
            <a:pPr lvl="0" algn="just">
              <a:lnSpc>
                <a:spcPct val="150000"/>
              </a:lnSpc>
            </a:pPr>
            <a:r>
              <a:rPr lang="en-GB" sz="1800" dirty="0">
                <a:latin typeface="Times New Roman" pitchFamily="18" charset="0"/>
                <a:cs typeface="Times New Roman" pitchFamily="18" charset="0"/>
              </a:rPr>
              <a:t>Population- 100 individuals who are responsible for executing strategic roles or decision-making across internationally operated firms</a:t>
            </a:r>
          </a:p>
        </p:txBody>
      </p:sp>
      <p:pic>
        <p:nvPicPr>
          <p:cNvPr id="2050" name="Picture 2" descr="Types of Research Strategy. Adopted from Saunders et al., (20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806575"/>
            <a:ext cx="4035425" cy="24782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0494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5F5D-85FC-4DCF-9852-5DB67BA800B6}"/>
              </a:ext>
            </a:extLst>
          </p:cNvPr>
          <p:cNvSpPr>
            <a:spLocks noGrp="1"/>
          </p:cNvSpPr>
          <p:nvPr>
            <p:ph type="title"/>
          </p:nvPr>
        </p:nvSpPr>
        <p:spPr/>
        <p:txBody>
          <a:bodyPr/>
          <a:lstStyle/>
          <a:p>
            <a:r>
              <a:rPr lang="en-GB" sz="2400" b="1" dirty="0">
                <a:latin typeface="Times New Roman" pitchFamily="18" charset="0"/>
                <a:cs typeface="Times New Roman" pitchFamily="18" charset="0"/>
              </a:rPr>
              <a:t>DATA ANALYSIS, AND ETHICAL CONSIDERATION</a:t>
            </a:r>
            <a:endParaRPr lang="en-US" sz="2400" dirty="0">
              <a:latin typeface="Times New Roman" pitchFamily="18" charset="0"/>
              <a:cs typeface="Times New Roman" pitchFamily="18" charset="0"/>
            </a:endParaRPr>
          </a:p>
        </p:txBody>
      </p:sp>
      <p:sp>
        <p:nvSpPr>
          <p:cNvPr id="6" name="Content Placeholder 2">
            <a:extLst>
              <a:ext uri="{FF2B5EF4-FFF2-40B4-BE49-F238E27FC236}">
                <a16:creationId xmlns:a16="http://schemas.microsoft.com/office/drawing/2014/main" id="{0EB8A59C-269E-4E9A-8BA8-6F11DAE70E28}"/>
              </a:ext>
            </a:extLst>
          </p:cNvPr>
          <p:cNvSpPr>
            <a:spLocks noGrp="1"/>
          </p:cNvSpPr>
          <p:nvPr>
            <p:ph idx="1"/>
          </p:nvPr>
        </p:nvSpPr>
        <p:spPr>
          <a:xfrm>
            <a:off x="152804" y="1003002"/>
            <a:ext cx="4279496" cy="3899198"/>
          </a:xfrm>
        </p:spPr>
        <p:txBody>
          <a:bodyPr/>
          <a:lstStyle/>
          <a:p>
            <a:pPr lvl="0" algn="just">
              <a:lnSpc>
                <a:spcPct val="150000"/>
              </a:lnSpc>
            </a:pPr>
            <a:r>
              <a:rPr lang="en-GB" sz="1800" dirty="0">
                <a:latin typeface="Times New Roman" pitchFamily="18" charset="0"/>
                <a:cs typeface="Times New Roman" pitchFamily="18" charset="0"/>
              </a:rPr>
              <a:t>Data Analysis- SPSS as preferable statistical tools (</a:t>
            </a:r>
            <a:r>
              <a:rPr lang="en-GB" sz="1800" dirty="0" err="1">
                <a:latin typeface="Times New Roman" pitchFamily="18" charset="0"/>
                <a:cs typeface="Times New Roman" pitchFamily="18" charset="0"/>
              </a:rPr>
              <a:t>Rahman</a:t>
            </a:r>
            <a:r>
              <a:rPr lang="en-GB" sz="1800" dirty="0">
                <a:latin typeface="Times New Roman" pitchFamily="18" charset="0"/>
                <a:cs typeface="Times New Roman" pitchFamily="18" charset="0"/>
              </a:rPr>
              <a:t> and </a:t>
            </a:r>
            <a:r>
              <a:rPr lang="en-GB" sz="1800" dirty="0" err="1">
                <a:latin typeface="Times New Roman" pitchFamily="18" charset="0"/>
                <a:cs typeface="Times New Roman" pitchFamily="18" charset="0"/>
              </a:rPr>
              <a:t>Muktadir</a:t>
            </a:r>
            <a:r>
              <a:rPr lang="en-GB" sz="1800" dirty="0">
                <a:latin typeface="Times New Roman" pitchFamily="18" charset="0"/>
                <a:cs typeface="Times New Roman" pitchFamily="18" charset="0"/>
              </a:rPr>
              <a:t>, 2021)</a:t>
            </a:r>
          </a:p>
          <a:p>
            <a:pPr lvl="0" algn="just">
              <a:lnSpc>
                <a:spcPct val="150000"/>
              </a:lnSpc>
            </a:pPr>
            <a:r>
              <a:rPr lang="en-GB" sz="1800" dirty="0">
                <a:latin typeface="Times New Roman" pitchFamily="18" charset="0"/>
                <a:cs typeface="Times New Roman" pitchFamily="18" charset="0"/>
              </a:rPr>
              <a:t>Apart from this to display the researchable data the researcher further has considered carrying out Correlation test, t-Test, </a:t>
            </a:r>
            <a:r>
              <a:rPr lang="en-GB" sz="1800" dirty="0" err="1">
                <a:latin typeface="Times New Roman" pitchFamily="18" charset="0"/>
                <a:cs typeface="Times New Roman" pitchFamily="18" charset="0"/>
              </a:rPr>
              <a:t>Anova</a:t>
            </a:r>
            <a:r>
              <a:rPr lang="en-GB" sz="1800" dirty="0">
                <a:latin typeface="Times New Roman" pitchFamily="18" charset="0"/>
                <a:cs typeface="Times New Roman" pitchFamily="18" charset="0"/>
              </a:rPr>
              <a:t>, regression analysis and descriptive statistics as preferable choices (</a:t>
            </a:r>
            <a:r>
              <a:rPr lang="en-GB" sz="1800" dirty="0" err="1">
                <a:latin typeface="Times New Roman" pitchFamily="18" charset="0"/>
                <a:cs typeface="Times New Roman" pitchFamily="18" charset="0"/>
              </a:rPr>
              <a:t>Rahayu</a:t>
            </a:r>
            <a:r>
              <a:rPr lang="en-GB" sz="1800" dirty="0">
                <a:latin typeface="Times New Roman" pitchFamily="18" charset="0"/>
                <a:cs typeface="Times New Roman" pitchFamily="18" charset="0"/>
              </a:rPr>
              <a:t> </a:t>
            </a:r>
            <a:r>
              <a:rPr lang="en-GB" sz="1800" i="1" dirty="0">
                <a:latin typeface="Times New Roman" pitchFamily="18" charset="0"/>
                <a:cs typeface="Times New Roman" pitchFamily="18" charset="0"/>
              </a:rPr>
              <a:t>et al</a:t>
            </a:r>
            <a:r>
              <a:rPr lang="en-GB" sz="1800" dirty="0">
                <a:latin typeface="Times New Roman" pitchFamily="18" charset="0"/>
                <a:cs typeface="Times New Roman" pitchFamily="18" charset="0"/>
              </a:rPr>
              <a:t>., 2024)</a:t>
            </a:r>
          </a:p>
        </p:txBody>
      </p:sp>
      <p:graphicFrame>
        <p:nvGraphicFramePr>
          <p:cNvPr id="3" name="Diagram 2"/>
          <p:cNvGraphicFramePr/>
          <p:nvPr>
            <p:extLst>
              <p:ext uri="{D42A27DB-BD31-4B8C-83A1-F6EECF244321}">
                <p14:modId xmlns:p14="http://schemas.microsoft.com/office/powerpoint/2010/main" val="2763800108"/>
              </p:ext>
            </p:extLst>
          </p:nvPr>
        </p:nvGraphicFramePr>
        <p:xfrm>
          <a:off x="4324350" y="1111250"/>
          <a:ext cx="5257800" cy="41465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04941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5F5D-85FC-4DCF-9852-5DB67BA800B6}"/>
              </a:ext>
            </a:extLst>
          </p:cNvPr>
          <p:cNvSpPr>
            <a:spLocks noGrp="1"/>
          </p:cNvSpPr>
          <p:nvPr>
            <p:ph type="title"/>
          </p:nvPr>
        </p:nvSpPr>
        <p:spPr/>
        <p:txBody>
          <a:bodyPr/>
          <a:lstStyle/>
          <a:p>
            <a:r>
              <a:rPr lang="en-GB" sz="2400" b="1" dirty="0">
                <a:latin typeface="Times New Roman" pitchFamily="18" charset="0"/>
                <a:cs typeface="Times New Roman" pitchFamily="18" charset="0"/>
              </a:rPr>
              <a:t>REFERENCES</a:t>
            </a:r>
            <a:endParaRPr lang="en-US" sz="2400" dirty="0"/>
          </a:p>
        </p:txBody>
      </p:sp>
      <p:sp>
        <p:nvSpPr>
          <p:cNvPr id="3" name="Content Placeholder 2">
            <a:extLst>
              <a:ext uri="{FF2B5EF4-FFF2-40B4-BE49-F238E27FC236}">
                <a16:creationId xmlns:a16="http://schemas.microsoft.com/office/drawing/2014/main" id="{0EB8A59C-269E-4E9A-8BA8-6F11DAE70E28}"/>
              </a:ext>
            </a:extLst>
          </p:cNvPr>
          <p:cNvSpPr>
            <a:spLocks noGrp="1"/>
          </p:cNvSpPr>
          <p:nvPr>
            <p:ph idx="1"/>
          </p:nvPr>
        </p:nvSpPr>
        <p:spPr>
          <a:xfrm>
            <a:off x="119743" y="1153886"/>
            <a:ext cx="8741228" cy="2388305"/>
          </a:xfrm>
        </p:spPr>
        <p:txBody>
          <a:bodyPr/>
          <a:lstStyle/>
          <a:p>
            <a:pPr algn="just"/>
            <a:r>
              <a:rPr lang="en-GB" sz="1300" dirty="0" err="1">
                <a:latin typeface="Times New Roman" pitchFamily="18" charset="0"/>
                <a:cs typeface="Times New Roman" pitchFamily="18" charset="0"/>
              </a:rPr>
              <a:t>Ghanad</a:t>
            </a:r>
            <a:r>
              <a:rPr lang="en-GB" sz="1300" dirty="0">
                <a:latin typeface="Times New Roman" pitchFamily="18" charset="0"/>
                <a:cs typeface="Times New Roman" pitchFamily="18" charset="0"/>
              </a:rPr>
              <a:t>, A., 2023. An overview of quantitative research methods. International journal of multidisciplinary research and analysis, 6(08), pp.3794-3803.</a:t>
            </a:r>
          </a:p>
          <a:p>
            <a:pPr algn="just"/>
            <a:r>
              <a:rPr lang="en-GB" sz="1300" dirty="0" err="1">
                <a:latin typeface="Times New Roman" pitchFamily="18" charset="0"/>
                <a:cs typeface="Times New Roman" pitchFamily="18" charset="0"/>
              </a:rPr>
              <a:t>Hunziker</a:t>
            </a:r>
            <a:r>
              <a:rPr lang="en-GB" sz="1300" dirty="0">
                <a:latin typeface="Times New Roman" pitchFamily="18" charset="0"/>
                <a:cs typeface="Times New Roman" pitchFamily="18" charset="0"/>
              </a:rPr>
              <a:t>, S. and </a:t>
            </a:r>
            <a:r>
              <a:rPr lang="en-GB" sz="1300" dirty="0" err="1">
                <a:latin typeface="Times New Roman" pitchFamily="18" charset="0"/>
                <a:cs typeface="Times New Roman" pitchFamily="18" charset="0"/>
              </a:rPr>
              <a:t>Blankenagel</a:t>
            </a:r>
            <a:r>
              <a:rPr lang="en-GB" sz="1300" dirty="0">
                <a:latin typeface="Times New Roman" pitchFamily="18" charset="0"/>
                <a:cs typeface="Times New Roman" pitchFamily="18" charset="0"/>
              </a:rPr>
              <a:t>, M., 2024. Cross-sectional research design. In Research design in business and management: A practical guide for students and researchers (pp. 187-199). Wiesbaden: Springer </a:t>
            </a:r>
            <a:r>
              <a:rPr lang="en-GB" sz="1300" dirty="0" err="1">
                <a:latin typeface="Times New Roman" pitchFamily="18" charset="0"/>
                <a:cs typeface="Times New Roman" pitchFamily="18" charset="0"/>
              </a:rPr>
              <a:t>Fachmedien</a:t>
            </a:r>
            <a:r>
              <a:rPr lang="en-GB" sz="1300" dirty="0">
                <a:latin typeface="Times New Roman" pitchFamily="18" charset="0"/>
                <a:cs typeface="Times New Roman" pitchFamily="18" charset="0"/>
              </a:rPr>
              <a:t> Wiesbaden.</a:t>
            </a:r>
          </a:p>
          <a:p>
            <a:pPr algn="just"/>
            <a:r>
              <a:rPr lang="en-GB" sz="1300" dirty="0">
                <a:latin typeface="Times New Roman" pitchFamily="18" charset="0"/>
                <a:cs typeface="Times New Roman" pitchFamily="18" charset="0"/>
              </a:rPr>
              <a:t>Kumar, S. and </a:t>
            </a:r>
            <a:r>
              <a:rPr lang="en-GB" sz="1300" dirty="0" err="1">
                <a:latin typeface="Times New Roman" pitchFamily="18" charset="0"/>
                <a:cs typeface="Times New Roman" pitchFamily="18" charset="0"/>
              </a:rPr>
              <a:t>Ujire</a:t>
            </a:r>
            <a:r>
              <a:rPr lang="en-GB" sz="1300" dirty="0">
                <a:latin typeface="Times New Roman" pitchFamily="18" charset="0"/>
                <a:cs typeface="Times New Roman" pitchFamily="18" charset="0"/>
              </a:rPr>
              <a:t>, D.K., 2024. Inductive and deductive approaches to qualitative research. International Journal of Multidisciplinary Educational Research, 13(1), pp.58-63.</a:t>
            </a:r>
          </a:p>
          <a:p>
            <a:pPr algn="just"/>
            <a:r>
              <a:rPr lang="en-GB" sz="1300" dirty="0" err="1">
                <a:latin typeface="Times New Roman" pitchFamily="18" charset="0"/>
                <a:cs typeface="Times New Roman" pitchFamily="18" charset="0"/>
              </a:rPr>
              <a:t>Maretha</a:t>
            </a:r>
            <a:r>
              <a:rPr lang="en-GB" sz="1300" dirty="0">
                <a:latin typeface="Times New Roman" pitchFamily="18" charset="0"/>
                <a:cs typeface="Times New Roman" pitchFamily="18" charset="0"/>
              </a:rPr>
              <a:t>, C., 2023. Positivism in philosophical studies. Journal of Innovation in Teaching and Instructional Media, 3(3), pp.124-138.</a:t>
            </a:r>
          </a:p>
          <a:p>
            <a:pPr algn="just"/>
            <a:r>
              <a:rPr lang="en-GB" sz="1300" dirty="0" err="1">
                <a:latin typeface="Times New Roman" pitchFamily="18" charset="0"/>
                <a:cs typeface="Times New Roman" pitchFamily="18" charset="0"/>
              </a:rPr>
              <a:t>Rahayu</a:t>
            </a:r>
            <a:r>
              <a:rPr lang="en-GB" sz="1300" dirty="0">
                <a:latin typeface="Times New Roman" pitchFamily="18" charset="0"/>
                <a:cs typeface="Times New Roman" pitchFamily="18" charset="0"/>
              </a:rPr>
              <a:t>, N.I., </a:t>
            </a:r>
            <a:r>
              <a:rPr lang="en-GB" sz="1300" dirty="0" err="1">
                <a:latin typeface="Times New Roman" pitchFamily="18" charset="0"/>
                <a:cs typeface="Times New Roman" pitchFamily="18" charset="0"/>
              </a:rPr>
              <a:t>Muktiarni</a:t>
            </a:r>
            <a:r>
              <a:rPr lang="en-GB" sz="1300" dirty="0">
                <a:latin typeface="Times New Roman" pitchFamily="18" charset="0"/>
                <a:cs typeface="Times New Roman" pitchFamily="18" charset="0"/>
              </a:rPr>
              <a:t>, M. and </a:t>
            </a:r>
            <a:r>
              <a:rPr lang="en-GB" sz="1300" dirty="0" err="1">
                <a:latin typeface="Times New Roman" pitchFamily="18" charset="0"/>
                <a:cs typeface="Times New Roman" pitchFamily="18" charset="0"/>
              </a:rPr>
              <a:t>Hidayat</a:t>
            </a:r>
            <a:r>
              <a:rPr lang="en-GB" sz="1300" dirty="0">
                <a:latin typeface="Times New Roman" pitchFamily="18" charset="0"/>
                <a:cs typeface="Times New Roman" pitchFamily="18" charset="0"/>
              </a:rPr>
              <a:t>, Y., 2024. An application of statistical testing: A guide to basic parametric statistics in educational research using SPSS. ASEAN Journal of Science and Engineering, 4(3), pp.569-582.</a:t>
            </a:r>
          </a:p>
          <a:p>
            <a:pPr algn="just"/>
            <a:r>
              <a:rPr lang="en-GB" sz="1300" dirty="0" err="1">
                <a:latin typeface="Times New Roman" pitchFamily="18" charset="0"/>
                <a:cs typeface="Times New Roman" pitchFamily="18" charset="0"/>
              </a:rPr>
              <a:t>Rahman</a:t>
            </a:r>
            <a:r>
              <a:rPr lang="en-GB" sz="1300" dirty="0">
                <a:latin typeface="Times New Roman" pitchFamily="18" charset="0"/>
                <a:cs typeface="Times New Roman" pitchFamily="18" charset="0"/>
              </a:rPr>
              <a:t>, A. and </a:t>
            </a:r>
            <a:r>
              <a:rPr lang="en-GB" sz="1300" dirty="0" err="1">
                <a:latin typeface="Times New Roman" pitchFamily="18" charset="0"/>
                <a:cs typeface="Times New Roman" pitchFamily="18" charset="0"/>
              </a:rPr>
              <a:t>Muktadir</a:t>
            </a:r>
            <a:r>
              <a:rPr lang="en-GB" sz="1300" dirty="0">
                <a:latin typeface="Times New Roman" pitchFamily="18" charset="0"/>
                <a:cs typeface="Times New Roman" pitchFamily="18" charset="0"/>
              </a:rPr>
              <a:t>, M.G., 2021. SPSS: An imperative quantitative data analysis tool for social science research. International Journal of Research and Innovation in Social Science, 5(10), pp.300-302.</a:t>
            </a:r>
          </a:p>
          <a:p>
            <a:pPr algn="just"/>
            <a:r>
              <a:rPr lang="en-GB" sz="1300" dirty="0" err="1">
                <a:latin typeface="Times New Roman" pitchFamily="18" charset="0"/>
                <a:cs typeface="Times New Roman" pitchFamily="18" charset="0"/>
              </a:rPr>
              <a:t>Steleżuk</a:t>
            </a:r>
            <a:r>
              <a:rPr lang="en-GB" sz="1300" dirty="0">
                <a:latin typeface="Times New Roman" pitchFamily="18" charset="0"/>
                <a:cs typeface="Times New Roman" pitchFamily="18" charset="0"/>
              </a:rPr>
              <a:t>, A. and </a:t>
            </a:r>
            <a:r>
              <a:rPr lang="en-GB" sz="1300" dirty="0" err="1">
                <a:latin typeface="Times New Roman" pitchFamily="18" charset="0"/>
                <a:cs typeface="Times New Roman" pitchFamily="18" charset="0"/>
              </a:rPr>
              <a:t>Wolanin</a:t>
            </a:r>
            <a:r>
              <a:rPr lang="en-GB" sz="1300" dirty="0">
                <a:latin typeface="Times New Roman" pitchFamily="18" charset="0"/>
                <a:cs typeface="Times New Roman" pitchFamily="18" charset="0"/>
              </a:rPr>
              <a:t>, M., 2023. Primary research using quantitative methods in social sciences. </a:t>
            </a:r>
            <a:r>
              <a:rPr lang="en-GB" sz="1300" dirty="0" err="1">
                <a:latin typeface="Times New Roman" pitchFamily="18" charset="0"/>
                <a:cs typeface="Times New Roman" pitchFamily="18" charset="0"/>
              </a:rPr>
              <a:t>Zeszyty</a:t>
            </a:r>
            <a:r>
              <a:rPr lang="en-GB" sz="1300" dirty="0">
                <a:latin typeface="Times New Roman" pitchFamily="18" charset="0"/>
                <a:cs typeface="Times New Roman" pitchFamily="18" charset="0"/>
              </a:rPr>
              <a:t> </a:t>
            </a:r>
            <a:r>
              <a:rPr lang="en-GB" sz="1300" dirty="0" err="1">
                <a:latin typeface="Times New Roman" pitchFamily="18" charset="0"/>
                <a:cs typeface="Times New Roman" pitchFamily="18" charset="0"/>
              </a:rPr>
              <a:t>Naukowe</a:t>
            </a:r>
            <a:r>
              <a:rPr lang="en-GB" sz="1300" dirty="0">
                <a:latin typeface="Times New Roman" pitchFamily="18" charset="0"/>
                <a:cs typeface="Times New Roman" pitchFamily="18" charset="0"/>
              </a:rPr>
              <a:t> </a:t>
            </a:r>
            <a:r>
              <a:rPr lang="en-GB" sz="1300" dirty="0" err="1">
                <a:latin typeface="Times New Roman" pitchFamily="18" charset="0"/>
                <a:cs typeface="Times New Roman" pitchFamily="18" charset="0"/>
              </a:rPr>
              <a:t>Wyższej</a:t>
            </a:r>
            <a:r>
              <a:rPr lang="en-GB" sz="1300" dirty="0">
                <a:latin typeface="Times New Roman" pitchFamily="18" charset="0"/>
                <a:cs typeface="Times New Roman" pitchFamily="18" charset="0"/>
              </a:rPr>
              <a:t> </a:t>
            </a:r>
            <a:r>
              <a:rPr lang="en-GB" sz="1300" dirty="0" err="1">
                <a:latin typeface="Times New Roman" pitchFamily="18" charset="0"/>
                <a:cs typeface="Times New Roman" pitchFamily="18" charset="0"/>
              </a:rPr>
              <a:t>Szkoły</a:t>
            </a:r>
            <a:r>
              <a:rPr lang="en-GB" sz="1300" dirty="0">
                <a:latin typeface="Times New Roman" pitchFamily="18" charset="0"/>
                <a:cs typeface="Times New Roman" pitchFamily="18" charset="0"/>
              </a:rPr>
              <a:t> </a:t>
            </a:r>
            <a:r>
              <a:rPr lang="en-GB" sz="1300" dirty="0" err="1">
                <a:latin typeface="Times New Roman" pitchFamily="18" charset="0"/>
                <a:cs typeface="Times New Roman" pitchFamily="18" charset="0"/>
              </a:rPr>
              <a:t>Technicznej</a:t>
            </a:r>
            <a:r>
              <a:rPr lang="en-GB" sz="1300" dirty="0">
                <a:latin typeface="Times New Roman" pitchFamily="18" charset="0"/>
                <a:cs typeface="Times New Roman" pitchFamily="18" charset="0"/>
              </a:rPr>
              <a:t> w </a:t>
            </a:r>
            <a:r>
              <a:rPr lang="en-GB" sz="1300" dirty="0" err="1">
                <a:latin typeface="Times New Roman" pitchFamily="18" charset="0"/>
                <a:cs typeface="Times New Roman" pitchFamily="18" charset="0"/>
              </a:rPr>
              <a:t>Katowicach</a:t>
            </a:r>
            <a:r>
              <a:rPr lang="en-GB" sz="1300" dirty="0">
                <a:latin typeface="Times New Roman" pitchFamily="18" charset="0"/>
                <a:cs typeface="Times New Roman" pitchFamily="18" charset="0"/>
              </a:rPr>
              <a:t>, 16.</a:t>
            </a:r>
          </a:p>
          <a:p>
            <a:pPr algn="just"/>
            <a:r>
              <a:rPr lang="en-GB" sz="1300" dirty="0" err="1">
                <a:latin typeface="Times New Roman" pitchFamily="18" charset="0"/>
                <a:cs typeface="Times New Roman" pitchFamily="18" charset="0"/>
              </a:rPr>
              <a:t>Younas</a:t>
            </a:r>
            <a:r>
              <a:rPr lang="en-GB" sz="1300" dirty="0">
                <a:latin typeface="Times New Roman" pitchFamily="18" charset="0"/>
                <a:cs typeface="Times New Roman" pitchFamily="18" charset="0"/>
              </a:rPr>
              <a:t>, A., </a:t>
            </a:r>
            <a:r>
              <a:rPr lang="en-GB" sz="1300" dirty="0" err="1">
                <a:latin typeface="Times New Roman" pitchFamily="18" charset="0"/>
                <a:cs typeface="Times New Roman" pitchFamily="18" charset="0"/>
              </a:rPr>
              <a:t>Fàbregues</a:t>
            </a:r>
            <a:r>
              <a:rPr lang="en-GB" sz="1300" dirty="0">
                <a:latin typeface="Times New Roman" pitchFamily="18" charset="0"/>
                <a:cs typeface="Times New Roman" pitchFamily="18" charset="0"/>
              </a:rPr>
              <a:t>, S., Durante, A., Escalante, E.L., </a:t>
            </a:r>
            <a:r>
              <a:rPr lang="en-GB" sz="1300" dirty="0" err="1">
                <a:latin typeface="Times New Roman" pitchFamily="18" charset="0"/>
                <a:cs typeface="Times New Roman" pitchFamily="18" charset="0"/>
              </a:rPr>
              <a:t>Inayat</a:t>
            </a:r>
            <a:r>
              <a:rPr lang="en-GB" sz="1300" dirty="0">
                <a:latin typeface="Times New Roman" pitchFamily="18" charset="0"/>
                <a:cs typeface="Times New Roman" pitchFamily="18" charset="0"/>
              </a:rPr>
              <a:t>, S. and Ali, P., 2023. Proposing the “MIRACLE” narrative framework for providing thick description in qualitative research. International Journal of Qualitative Methods, 22, p.16094069221147162.</a:t>
            </a:r>
          </a:p>
          <a:p>
            <a:pPr algn="just"/>
            <a:endParaRPr lang="en-GB" sz="1300" dirty="0">
              <a:latin typeface="Times New Roman" pitchFamily="18" charset="0"/>
              <a:cs typeface="Times New Roman" pitchFamily="18" charset="0"/>
            </a:endParaRPr>
          </a:p>
        </p:txBody>
      </p:sp>
    </p:spTree>
    <p:custDataLst>
      <p:tags r:id="rId1"/>
    </p:custDataLst>
    <p:extLst>
      <p:ext uri="{BB962C8B-B14F-4D97-AF65-F5344CB8AC3E}">
        <p14:creationId xmlns:p14="http://schemas.microsoft.com/office/powerpoint/2010/main" val="23832871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heme1">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E3054053-FBA2-4A88-9942-16E66E3956A9}" vid="{A3C414BB-5683-4742-9C40-BEC13096DFCB}"/>
    </a:ext>
  </a:extLst>
</a:theme>
</file>

<file path=ppt/theme/theme2.xml><?xml version="1.0" encoding="utf-8"?>
<a:theme xmlns:a="http://schemas.openxmlformats.org/drawingml/2006/main" name="1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Default Design">
  <a:themeElements>
    <a:clrScheme name="">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365B91"/>
      </a:hlink>
      <a:folHlink>
        <a:srgbClr val="0099A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fr-FR" altLang="en-US" sz="1000" b="1"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183883"/>
        </a:dk1>
        <a:lt1>
          <a:srgbClr val="FFFFFF"/>
        </a:lt1>
        <a:dk2>
          <a:srgbClr val="000000"/>
        </a:dk2>
        <a:lt2>
          <a:srgbClr val="808080"/>
        </a:lt2>
        <a:accent1>
          <a:srgbClr val="BBE0E3"/>
        </a:accent1>
        <a:accent2>
          <a:srgbClr val="333399"/>
        </a:accent2>
        <a:accent3>
          <a:srgbClr val="FFFFFF"/>
        </a:accent3>
        <a:accent4>
          <a:srgbClr val="132E6F"/>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183883"/>
        </a:dk1>
        <a:lt1>
          <a:srgbClr val="FFFFFF"/>
        </a:lt1>
        <a:dk2>
          <a:srgbClr val="000000"/>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183883"/>
        </a:dk1>
        <a:lt1>
          <a:srgbClr val="FFFFFF"/>
        </a:lt1>
        <a:dk2>
          <a:srgbClr val="183883"/>
        </a:dk2>
        <a:lt2>
          <a:srgbClr val="808080"/>
        </a:lt2>
        <a:accent1>
          <a:srgbClr val="D4E3F7"/>
        </a:accent1>
        <a:accent2>
          <a:srgbClr val="333399"/>
        </a:accent2>
        <a:accent3>
          <a:srgbClr val="FFFFFF"/>
        </a:accent3>
        <a:accent4>
          <a:srgbClr val="132E6F"/>
        </a:accent4>
        <a:accent5>
          <a:srgbClr val="E6EFF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6">
        <a:dk1>
          <a:srgbClr val="183883"/>
        </a:dk1>
        <a:lt1>
          <a:srgbClr val="FFFFFF"/>
        </a:lt1>
        <a:dk2>
          <a:srgbClr val="183883"/>
        </a:dk2>
        <a:lt2>
          <a:srgbClr val="808080"/>
        </a:lt2>
        <a:accent1>
          <a:srgbClr val="D4E3F7"/>
        </a:accent1>
        <a:accent2>
          <a:srgbClr val="0067AF"/>
        </a:accent2>
        <a:accent3>
          <a:srgbClr val="FFFFFF"/>
        </a:accent3>
        <a:accent4>
          <a:srgbClr val="132E6F"/>
        </a:accent4>
        <a:accent5>
          <a:srgbClr val="E6EFFA"/>
        </a:accent5>
        <a:accent6>
          <a:srgbClr val="005D9E"/>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Custom Design">
  <a:themeElements>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1608</TotalTime>
  <Words>1067</Words>
  <Application>Microsoft Macintosh PowerPoint</Application>
  <PresentationFormat>On-screen Show (16:10)</PresentationFormat>
  <Paragraphs>47</Paragraphs>
  <Slides>5</Slides>
  <Notes>5</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5</vt:i4>
      </vt:variant>
    </vt:vector>
  </HeadingPairs>
  <TitlesOfParts>
    <vt:vector size="23" baseType="lpstr">
      <vt:lpstr>Arial</vt:lpstr>
      <vt:lpstr>Constantia</vt:lpstr>
      <vt:lpstr>Times New Roman</vt:lpstr>
      <vt:lpstr>Webdings</vt:lpstr>
      <vt:lpstr>Calibri</vt:lpstr>
      <vt:lpstr>Economica</vt:lpstr>
      <vt:lpstr>Gill Sans</vt:lpstr>
      <vt:lpstr>Rockwell</vt:lpstr>
      <vt:lpstr>Wingdings 2</vt:lpstr>
      <vt:lpstr>Theme1</vt:lpstr>
      <vt:lpstr>1_Default Design</vt:lpstr>
      <vt:lpstr>3_Default Design</vt:lpstr>
      <vt:lpstr>4_Default Design</vt:lpstr>
      <vt:lpstr>5_Default Design</vt:lpstr>
      <vt:lpstr>6_Default Design</vt:lpstr>
      <vt:lpstr>7_Default Design</vt:lpstr>
      <vt:lpstr>8_Default Design</vt:lpstr>
      <vt:lpstr>Custom Design</vt:lpstr>
      <vt:lpstr>EXPLORING ORGANISATIONAL APPROACHES TO INTERNATIONAL MARKET ENTRY UNDER GLOBAL ECONOMY </vt:lpstr>
      <vt:lpstr>RESEARCH DESIGN AND METHODOLOGICAL CHOICES</vt:lpstr>
      <vt:lpstr>RESEARCH STRATEGY, RESEARCH POPULATION, TIME HORIZON AND DATA COLLECTION PROCESS</vt:lpstr>
      <vt:lpstr>DATA ANALYSIS, AND ETHICAL CONSIDERATION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RAMA MANGINENI</cp:lastModifiedBy>
  <cp:revision>2</cp:revision>
  <dcterms:created xsi:type="dcterms:W3CDTF">2021-02-24T10:27:13Z</dcterms:created>
  <dcterms:modified xsi:type="dcterms:W3CDTF">2025-10-22T08:42:44Z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3d088b-6243-4963-a2e2-8b321ab7f8fc_Enabled">
    <vt:lpwstr>true</vt:lpwstr>
  </property>
  <property fmtid="{D5CDD505-2E9C-101B-9397-08002B2CF9AE}" pid="3" name="MSIP_Label_8c3d088b-6243-4963-a2e2-8b321ab7f8fc_SetDate">
    <vt:lpwstr>2021-02-24T11:23:12Z</vt:lpwstr>
  </property>
  <property fmtid="{D5CDD505-2E9C-101B-9397-08002B2CF9AE}" pid="4" name="MSIP_Label_8c3d088b-6243-4963-a2e2-8b321ab7f8fc_Method">
    <vt:lpwstr>Standard</vt:lpwstr>
  </property>
  <property fmtid="{D5CDD505-2E9C-101B-9397-08002B2CF9AE}" pid="5" name="MSIP_Label_8c3d088b-6243-4963-a2e2-8b321ab7f8fc_Name">
    <vt:lpwstr>Trusted</vt:lpwstr>
  </property>
  <property fmtid="{D5CDD505-2E9C-101B-9397-08002B2CF9AE}" pid="6" name="MSIP_Label_8c3d088b-6243-4963-a2e2-8b321ab7f8fc_SiteId">
    <vt:lpwstr>d1323671-cdbe-4417-b4d4-bdb24b51316b</vt:lpwstr>
  </property>
  <property fmtid="{D5CDD505-2E9C-101B-9397-08002B2CF9AE}" pid="7" name="MSIP_Label_8c3d088b-6243-4963-a2e2-8b321ab7f8fc_ActionId">
    <vt:lpwstr>5d69c2d3-043d-4c53-999b-0000a745e9ea</vt:lpwstr>
  </property>
  <property fmtid="{D5CDD505-2E9C-101B-9397-08002B2CF9AE}" pid="8" name="MSIP_Label_8c3d088b-6243-4963-a2e2-8b321ab7f8fc_ContentBits">
    <vt:lpwstr>1</vt:lpwstr>
  </property>
</Properties>
</file>