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6" r:id="rId5"/>
    <p:sldId id="261" r:id="rId6"/>
    <p:sldId id="298" r:id="rId7"/>
    <p:sldId id="300" r:id="rId8"/>
    <p:sldId id="299" r:id="rId9"/>
    <p:sldId id="280" r:id="rId10"/>
    <p:sldId id="2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 autoAdjust="0"/>
    <p:restoredTop sz="87881" autoAdjust="0"/>
  </p:normalViewPr>
  <p:slideViewPr>
    <p:cSldViewPr snapToGrid="0" showGuides="1">
      <p:cViewPr varScale="1">
        <p:scale>
          <a:sx n="93" d="100"/>
          <a:sy n="93" d="100"/>
        </p:scale>
        <p:origin x="224" y="5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11/20/25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11/20/25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3541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F5D67-0540-3BFE-45C7-45F8C0FD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FABA2-A33C-8AA5-59CD-C6FDD841D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97F69-A74D-8A36-9F85-159D62123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EEC7F-3EF1-3E2A-8275-3E519A71C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817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F5D67-0540-3BFE-45C7-45F8C0FD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FABA2-A33C-8AA5-59CD-C6FDD841D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97F69-A74D-8A36-9F85-159D62123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EEC7F-3EF1-3E2A-8275-3E519A71C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54327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68D8-DB87-5678-718B-21957A9B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87954-4ADF-123C-D994-922A4DAC5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E6691-0F53-FEEC-3EB0-62FF73DA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C9614-3240-DC06-EDF8-C09EEE88E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473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unctad.org/system/files/official-document/wir2023_en.pdf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584" y="1981200"/>
            <a:ext cx="10460736" cy="2286000"/>
          </a:xfrm>
          <a:noFill/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ORGANISATIONAL APPROACHES TO INTERNATIONAL MARKET ENTRY UNDER GLOBAL ECONOMY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0954" y="5079805"/>
            <a:ext cx="7360118" cy="614413"/>
          </a:xfrm>
          <a:noFill/>
        </p:spPr>
        <p:txBody>
          <a:bodyPr>
            <a:noAutofit/>
          </a:bodyPr>
          <a:lstStyle/>
          <a:p>
            <a:r>
              <a:rPr lang="en-US" sz="14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</a:t>
            </a:r>
            <a:r>
              <a:rPr lang="en-US" sz="1400" b="1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S24013995 </a:t>
            </a:r>
            <a:endParaRPr lang="en-US" sz="14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Rama Koteswara Rao Mangineni</a:t>
            </a:r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760"/>
            <a:ext cx="10945368" cy="1061987"/>
          </a:xfrm>
          <a:noFill/>
        </p:spPr>
        <p:txBody>
          <a:bodyPr anchor="b">
            <a:no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270" y="1910301"/>
            <a:ext cx="7608610" cy="3895825"/>
          </a:xfrm>
          <a:noFill/>
        </p:spPr>
        <p:txBody>
          <a:bodyPr>
            <a:no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entry of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organisations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into international markets is increasingly affected by global economic volatility and policy uncertainty, challenging traditional approaches to market expansion.​</a:t>
            </a: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World FDI (Foreign Direct Investment) fell by about 12% to $1.3 trillion in 2022, remaining weak into 2023, indicating decreased investor confidence and widening investment disparities, particularly in developing countries.​</a:t>
            </a: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Research highlights uncertainty and poor governance as major factors reducing FDI, especially in regions with weaker institutional frameworks, requiring firms to reconsider their risk management strategies.​</a:t>
            </a:r>
          </a:p>
          <a:p>
            <a:pPr marL="342900" lvl="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Companies now face pressure to re-evaluate entry choices,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emphasising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resilience and effective risk-management in various host-country environments due to unstable global conditions.​</a:t>
            </a:r>
            <a:endParaRPr lang="en-IN" sz="180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14D76-D414-D12A-7315-03ED6B7F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453" y="2024601"/>
            <a:ext cx="26193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3DCF1-5661-E6C4-9F77-981634C82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06858-25FA-C72D-CAA3-15508696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061987"/>
          </a:xfrm>
          <a:noFill/>
        </p:spPr>
        <p:txBody>
          <a:bodyPr anchor="b">
            <a:no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EEA0C-FBB8-46EC-FA12-E1336ECF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DE1BC84-B57D-537E-6D39-793A03FC1391}"/>
              </a:ext>
            </a:extLst>
          </p:cNvPr>
          <p:cNvSpPr txBox="1">
            <a:spLocks/>
          </p:cNvSpPr>
          <p:nvPr/>
        </p:nvSpPr>
        <p:spPr>
          <a:xfrm>
            <a:off x="575270" y="1910301"/>
            <a:ext cx="7608610" cy="3895825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Recent studies show global uncertainty directly impacts the outcomes of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internationalisation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influencing market entry success for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organisations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.​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Ogbonna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et al.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(2022) highlighted that, poor economic governance in host countries can worsen declining FDI flows, with policy instability making inward investment more vulnerable to macroeconomic shocks.​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As per Zhang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et al.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(2023), a 1% increase in global policy uncertainty can reduce inward FDI by up to 20%, underscoring the sensitivity of multinational investments to economic fluctuations.​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Institutional quality, governance, and risk levels in host nations play key roles in determining the timing and scale of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organisational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market entry.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F4FF6B-5EB8-FEE0-0047-08930E7BA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308" y="2586037"/>
            <a:ext cx="27432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6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3DCF1-5661-E6C4-9F77-981634C82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06858-25FA-C72D-CAA3-15508696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061987"/>
          </a:xfrm>
          <a:noFill/>
        </p:spPr>
        <p:txBody>
          <a:bodyPr anchor="b">
            <a:no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EEA0C-FBB8-46EC-FA12-E1336ECF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647BC2-32DF-307C-14AA-BF5C81B38A3D}"/>
              </a:ext>
            </a:extLst>
          </p:cNvPr>
          <p:cNvSpPr txBox="1">
            <a:spLocks/>
          </p:cNvSpPr>
          <p:nvPr/>
        </p:nvSpPr>
        <p:spPr>
          <a:xfrm>
            <a:off x="575270" y="1910301"/>
            <a:ext cx="7608610" cy="3895825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Research reveals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organisations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are altering entry strategies under uncertainty, often relying on heuristics, experience, and business network ties for decision-making.​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As per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Guercini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and Milanesi (2022), managers increasingly choose entry modes, such as joint ventures and wholly owned subsidiaries, based on local capabilities and perceived risk, aiming for higher financial returns.​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Flexible, progressive entry strategies, mixing export, contractual, and equity modes, are advocated for better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organisational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control, learning, and resilience (Smith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et al.,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2021).​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According to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Divrik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(2023), successful market entry relies on balancing risk and innovation through adaptive strategies that strengthen resilience against global economic shocks.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5C95F-233A-A213-D88C-BEB7FEB9A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28" y="2651760"/>
            <a:ext cx="3117402" cy="20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6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B1DC3-4775-32B7-AA82-8214FCD3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74B7-2D2D-825C-54A8-894768B52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061987"/>
          </a:xfrm>
          <a:noFill/>
        </p:spPr>
        <p:txBody>
          <a:bodyPr anchor="b">
            <a:no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MATRIX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FEE0364-D2B9-ABBB-541C-965FFA07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832" y="1948142"/>
            <a:ext cx="3505689" cy="44297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321" y="2119615"/>
            <a:ext cx="3486637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0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1" y="510139"/>
            <a:ext cx="10277856" cy="716119"/>
          </a:xfrm>
          <a:noFill/>
        </p:spPr>
        <p:txBody>
          <a:bodyPr anchor="b">
            <a:no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1484698"/>
            <a:ext cx="10053829" cy="357530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1800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Divrik</a:t>
            </a:r>
            <a:r>
              <a:rPr lang="en-GB" sz="1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B., 2023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market entry strategies. In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 and Branding in International Market Entry Processes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(pp. 1-10). IGI Global.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Guercini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and Milanesi, M., 2022. Foreign market entry decision-making and heuristics: a mapping of the literature and future avenues.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Research Review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(9), pp.1229-1246.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Ogbonna, O.E., 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Ogbuabor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J.E., Manasseh, C.O. and 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Ekeocha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D.O., 2022. Global uncertainty, economic governance institutions and foreign direct investment inflow in Africa.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Change and Restructuring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(4), pp.2111-2136.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Smith, C., Ogutu, M., 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Munjuri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and 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Kagwe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J., 2021. The Effects of Foreign Market Entry Strategies on Financial Performance of Listed Multinational Firms in Kenya.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European Journal of Business and Management Research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(3), pp.216-225.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UNCTAD, 2023. </a:t>
            </a:r>
            <a:r>
              <a:rPr lang="en-IN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INVESTMENT REPORT 2023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[online] UNCTAD. Available at: </a:t>
            </a:r>
            <a:r>
              <a:rPr lang="en-IN" sz="1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https://unctad.org/system/files/official-document/wir2023_en.pdf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[Accessed 20 Nov. 2025].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Zhang, B., Ma, J., Khan, M.A., 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Repnikova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V., Shidlovskaya, K., 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Barykin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and Ahmad, M.S., 2023. The effect of economic policy uncertainty on foreign direct investment in the era of global value chain: Evidence from the Asian countries.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(7), p.6131.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216" y="1489010"/>
            <a:ext cx="9912096" cy="2743200"/>
          </a:xfrm>
          <a:noFill/>
        </p:spPr>
        <p:txBody>
          <a:bodyPr anchor="b">
            <a:no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terature Slides Submission" id="{96351EE8-881E-9549-82C9-7EBC832A454E}" vid="{B8BA3CFA-D15A-254A-A92F-46C41CACB4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1</TotalTime>
  <Words>667</Words>
  <Application>Microsoft Macintosh PowerPoint</Application>
  <PresentationFormat>Widescreen</PresentationFormat>
  <Paragraphs>36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Wingdings</vt:lpstr>
      <vt:lpstr>Custom</vt:lpstr>
      <vt:lpstr>EXPLORING ORGANISATIONAL APPROACHES TO INTERNATIONAL MARKET ENTRY UNDER GLOBAL ECONOMY </vt:lpstr>
      <vt:lpstr>INTRODUCTION</vt:lpstr>
      <vt:lpstr>LITERATURE REVIEW</vt:lpstr>
      <vt:lpstr>LITERATURE REVIEW</vt:lpstr>
      <vt:lpstr>LITERATURE REVIEW MATRIX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S24013995_Rama_Mangineni_BUS7C4_ Literature_slides</dc:title>
  <dc:subject/>
  <dc:creator>RAMA MANGINENI</dc:creator>
  <cp:keywords/>
  <dc:description/>
  <cp:lastModifiedBy>RAMA MANGINENI</cp:lastModifiedBy>
  <cp:revision>6</cp:revision>
  <dcterms:created xsi:type="dcterms:W3CDTF">2025-11-20T11:41:50Z</dcterms:created>
  <dcterms:modified xsi:type="dcterms:W3CDTF">2025-11-20T11:48:33Z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